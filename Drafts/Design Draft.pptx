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notesMasterIdLst>
    <p:notesMasterId r:id="rId7"/>
  </p:notes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44"/>
    <p:restoredTop sz="94670"/>
  </p:normalViewPr>
  <p:slideViewPr>
    <p:cSldViewPr>
      <p:cViewPr>
        <p:scale>
          <a:sx n="71" d="100"/>
          <a:sy n="71" d="100"/>
        </p:scale>
        <p:origin x="2056" y="10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.xlsb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371745921555015E-2"/>
          <c:y val="6.9258809234507904E-2"/>
          <c:w val="0.88823325234293649"/>
          <c:h val="0.86087484811664639"/>
        </c:manualLayout>
      </c:layout>
      <c:scatterChart>
        <c:scatterStyle val="lineMarker"/>
        <c:varyColors val="0"/>
        <c:ser>
          <c:idx val="0"/>
          <c:order val="0"/>
          <c:spPr>
            <a:ln>
              <a:noFill/>
            </a:ln>
          </c:spPr>
          <c:marker>
            <c:symbol val="x"/>
            <c:size val="14"/>
            <c:spPr>
              <a:noFill/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0"/>
            <c:marker>
              <c:spPr>
                <a:noFill/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</c:numCache>
            </c:numRef>
          </c:xVal>
          <c:yVal>
            <c:numRef>
              <c:f>Sheet1!$B$1:$B$12</c:f>
              <c:numCache>
                <c:formatCode>General</c:formatCode>
                <c:ptCount val="12"/>
                <c:pt idx="0">
                  <c:v>47</c:v>
                </c:pt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C27-FC43-BECC-F65FF5C3B018}"/>
            </c:ext>
          </c:extLst>
        </c:ser>
        <c:ser>
          <c:idx val="1"/>
          <c:order val="1"/>
          <c:spPr>
            <a:ln>
              <a:noFill/>
            </a:ln>
          </c:spPr>
          <c:marker>
            <c:symbol val="square"/>
            <c:size val="14"/>
            <c:spPr>
              <a:solidFill>
                <a:srgbClr val="A1A1A1"/>
              </a:solidFill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3"/>
            <c:marker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2">
                  <c:v>0.6</c:v>
                </c:pt>
                <c:pt idx="3">
                  <c:v>0.6</c:v>
                </c:pt>
              </c:numCache>
            </c:numRef>
          </c:xVal>
          <c:yVal>
            <c:numRef>
              <c:f>Sheet1!$C$1:$C$12</c:f>
              <c:numCache>
                <c:formatCode>General</c:formatCode>
                <c:ptCount val="12"/>
                <c:pt idx="2">
                  <c:v>6</c:v>
                </c:pt>
                <c:pt idx="3">
                  <c:v>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6C27-FC43-BECC-F65FF5C3B018}"/>
            </c:ext>
          </c:extLst>
        </c:ser>
        <c:ser>
          <c:idx val="2"/>
          <c:order val="2"/>
          <c:spPr>
            <a:ln>
              <a:noFill/>
            </a:ln>
          </c:spPr>
          <c:marker>
            <c:symbol val="circle"/>
            <c:size val="14"/>
            <c:spPr>
              <a:solidFill>
                <a:srgbClr val="A1A1A1"/>
              </a:solidFill>
              <a:ln w="9525" cmpd="sng" algn="ctr">
                <a:solidFill>
                  <a:srgbClr val="A1A1A1"/>
                </a:solidFill>
                <a:prstDash val="solid"/>
              </a:ln>
            </c:spPr>
          </c:marker>
          <c:dPt>
            <c:idx val="4"/>
            <c:marker>
              <c:symbol val="diamond"/>
              <c:size val="16"/>
            </c:marker>
            <c:bubble3D val="0"/>
            <c:extLst>
              <c:ext xmlns:c16="http://schemas.microsoft.com/office/drawing/2014/chart" uri="{C3380CC4-5D6E-409C-BE32-E72D297353CC}">
                <c16:uniqueId val="{00000004-6C27-FC43-BECC-F65FF5C3B018}"/>
              </c:ext>
            </c:extLst>
          </c:dPt>
          <c:dPt>
            <c:idx val="5"/>
            <c:marker>
              <c:symbol val="diamond"/>
              <c:size val="16"/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6C27-FC43-BECC-F65FF5C3B018}"/>
              </c:ext>
            </c:extLst>
          </c:dPt>
          <c:dPt>
            <c:idx val="6"/>
            <c:marker>
              <c:symbol val="star"/>
              <c:size val="14"/>
              <c:spPr>
                <a:noFill/>
                <a:ln w="9525" cmpd="sng" algn="ctr">
                  <a:solidFill>
                    <a:srgbClr val="A1A1A1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6C27-FC43-BECC-F65FF5C3B018}"/>
              </c:ext>
            </c:extLst>
          </c:dPt>
          <c:dPt>
            <c:idx val="7"/>
            <c:marker>
              <c:symbol val="star"/>
              <c:size val="14"/>
              <c:spPr>
                <a:noFill/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6C27-FC43-BECC-F65FF5C3B018}"/>
              </c:ext>
            </c:extLst>
          </c:dPt>
          <c:dPt>
            <c:idx val="9"/>
            <c:marker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8-6C27-FC43-BECC-F65FF5C3B018}"/>
              </c:ext>
            </c:extLst>
          </c:dPt>
          <c:dPt>
            <c:idx val="10"/>
            <c:marker>
              <c:symbol val="triangle"/>
              <c:size val="14"/>
            </c:marker>
            <c:bubble3D val="0"/>
            <c:extLst>
              <c:ext xmlns:c16="http://schemas.microsoft.com/office/drawing/2014/chart" uri="{C3380CC4-5D6E-409C-BE32-E72D297353CC}">
                <c16:uniqueId val="{00000009-6C27-FC43-BECC-F65FF5C3B018}"/>
              </c:ext>
            </c:extLst>
          </c:dPt>
          <c:dPt>
            <c:idx val="11"/>
            <c:marker>
              <c:symbol val="triangle"/>
              <c:size val="14"/>
              <c:spPr>
                <a:solidFill>
                  <a:schemeClr val="tx2"/>
                </a:solidFill>
                <a:ln w="9525" cmpd="sng" algn="ctr">
                  <a:solidFill>
                    <a:schemeClr val="tx2"/>
                  </a:solidFill>
                  <a:prstDash val="solid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A-6C27-FC43-BECC-F65FF5C3B018}"/>
              </c:ext>
            </c:extLst>
          </c:dPt>
          <c:xVal>
            <c:numRef>
              <c:f>Sheet1!$A$1:$A$12</c:f>
              <c:numCache>
                <c:formatCode>General</c:formatCode>
                <c:ptCount val="12"/>
                <c:pt idx="4">
                  <c:v>0.75</c:v>
                </c:pt>
                <c:pt idx="5">
                  <c:v>0.75</c:v>
                </c:pt>
                <c:pt idx="6">
                  <c:v>0.8</c:v>
                </c:pt>
                <c:pt idx="7">
                  <c:v>0.8</c:v>
                </c:pt>
                <c:pt idx="8">
                  <c:v>0.9</c:v>
                </c:pt>
                <c:pt idx="9">
                  <c:v>0.9</c:v>
                </c:pt>
                <c:pt idx="10">
                  <c:v>0.95</c:v>
                </c:pt>
                <c:pt idx="11">
                  <c:v>0.95</c:v>
                </c:pt>
              </c:numCache>
            </c:numRef>
          </c:xVal>
          <c:yVal>
            <c:numRef>
              <c:f>Sheet1!$D$1:$D$12</c:f>
              <c:numCache>
                <c:formatCode>General</c:formatCode>
                <c:ptCount val="12"/>
                <c:pt idx="4">
                  <c:v>18</c:v>
                </c:pt>
                <c:pt idx="5">
                  <c:v>36</c:v>
                </c:pt>
                <c:pt idx="6">
                  <c:v>2</c:v>
                </c:pt>
                <c:pt idx="7">
                  <c:v>22</c:v>
                </c:pt>
                <c:pt idx="8">
                  <c:v>1</c:v>
                </c:pt>
                <c:pt idx="9">
                  <c:v>7</c:v>
                </c:pt>
                <c:pt idx="10">
                  <c:v>10</c:v>
                </c:pt>
                <c:pt idx="11">
                  <c:v>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6C27-FC43-BECC-F65FF5C3B0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91624703"/>
        <c:axId val="1"/>
      </c:scatterChart>
      <c:valAx>
        <c:axId val="391624703"/>
        <c:scaling>
          <c:orientation val="minMax"/>
          <c:max val="1"/>
          <c:min val="0.45"/>
        </c:scaling>
        <c:delete val="0"/>
        <c:axPos val="b"/>
        <c:majorGridlines>
          <c:spPr>
            <a:ln>
              <a:noFill/>
            </a:ln>
          </c:spPr>
        </c:majorGridlines>
        <c:numFmt formatCode="General" sourceLinked="1"/>
        <c:majorTickMark val="out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latin typeface="+mn-lt"/>
                <a:ea typeface="等线"/>
                <a:cs typeface="+mn-cs"/>
                <a:sym typeface="+mn-lt"/>
              </a:defRPr>
            </a:pPr>
            <a:endParaRPr lang="zh-CN"/>
          </a:p>
        </c:txPr>
        <c:crossAx val="1"/>
        <c:crosses val="min"/>
        <c:crossBetween val="midCat"/>
        <c:majorUnit val="0.05"/>
      </c:valAx>
      <c:valAx>
        <c:axId val="1"/>
        <c:scaling>
          <c:orientation val="minMax"/>
          <c:max val="5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  <a:sym typeface="+mn-lt"/>
              </a:defRPr>
            </a:pPr>
            <a:endParaRPr lang="zh-CN"/>
          </a:p>
        </c:txPr>
        <c:crossAx val="391624703"/>
        <c:crosses val="min"/>
        <c:crossBetween val="midCat"/>
        <c:majorUnit val="5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5440067057837387E-2"/>
          <c:y val="8.4168336673346694E-2"/>
          <c:w val="0.83487007544006708"/>
          <c:h val="0.83166332665330667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rgbClr val="DBDBDB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49298597194388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181362725450901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85D3-4D42-9AAE-854E63EDA76C}"/>
                </c:ext>
              </c:extLst>
            </c:dLbl>
            <c:dLbl>
              <c:idx val="3"/>
              <c:layout>
                <c:manualLayout>
                  <c:x val="0"/>
                  <c:y val="-0.2229458917835671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85D3-4D42-9AAE-854E63EDA76C}"/>
                </c:ext>
              </c:extLst>
            </c:dLbl>
            <c:dLbl>
              <c:idx val="4"/>
              <c:layout>
                <c:manualLayout>
                  <c:x val="-7.5440067057837385E-3"/>
                  <c:y val="-0.26052104208416832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85D3-4D42-9AAE-854E63EDA76C}"/>
                </c:ext>
              </c:extLst>
            </c:dLbl>
            <c:dLbl>
              <c:idx val="5"/>
              <c:layout>
                <c:manualLayout>
                  <c:x val="-7.5440067057837385E-3"/>
                  <c:y val="-0.29458917835671344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5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Sheet1!$A$1:$F$1</c:f>
              <c:numCache>
                <c:formatCode>General</c:formatCode>
                <c:ptCount val="6"/>
                <c:pt idx="0">
                  <c:v>42</c:v>
                </c:pt>
                <c:pt idx="1">
                  <c:v>60</c:v>
                </c:pt>
                <c:pt idx="2">
                  <c:v>77</c:v>
                </c:pt>
                <c:pt idx="3">
                  <c:v>99</c:v>
                </c:pt>
                <c:pt idx="4">
                  <c:v>119</c:v>
                </c:pt>
                <c:pt idx="5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5D3-4D42-9AAE-854E63EDA76C}"/>
            </c:ext>
          </c:extLst>
        </c:ser>
        <c:ser>
          <c:idx val="1"/>
          <c:order val="1"/>
          <c:spPr>
            <a:solidFill>
              <a:srgbClr val="BEBEBE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49298597194388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1813627254509017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9-85D3-4D42-9AAE-854E63EDA76C}"/>
                </c:ext>
              </c:extLst>
            </c:dLbl>
            <c:dLbl>
              <c:idx val="3"/>
              <c:layout>
                <c:manualLayout>
                  <c:x val="-7.5440067057837385E-3"/>
                  <c:y val="-0.25200400801603207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85D3-4D42-9AAE-854E63EDA76C}"/>
                </c:ext>
              </c:extLst>
            </c:dLbl>
            <c:dLbl>
              <c:idx val="4"/>
              <c:layout>
                <c:manualLayout>
                  <c:x val="-7.5440067057837385E-3"/>
                  <c:y val="-0.3061122244488978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85D3-4D42-9AAE-854E63EDA76C}"/>
                </c:ext>
              </c:extLst>
            </c:dLbl>
            <c:dLbl>
              <c:idx val="5"/>
              <c:layout>
                <c:manualLayout>
                  <c:x val="-7.5440067057837385E-3"/>
                  <c:y val="-0.3512024048096192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Sheet1!$A$2:$F$2</c:f>
              <c:numCache>
                <c:formatCode>General</c:formatCode>
                <c:ptCount val="6"/>
                <c:pt idx="0">
                  <c:v>42</c:v>
                </c:pt>
                <c:pt idx="1">
                  <c:v>60</c:v>
                </c:pt>
                <c:pt idx="2">
                  <c:v>77</c:v>
                </c:pt>
                <c:pt idx="3">
                  <c:v>111</c:v>
                </c:pt>
                <c:pt idx="4">
                  <c:v>143</c:v>
                </c:pt>
                <c:pt idx="5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5D3-4D42-9AAE-854E63EDA76C}"/>
            </c:ext>
          </c:extLst>
        </c:ser>
        <c:ser>
          <c:idx val="2"/>
          <c:order val="2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52304609218436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85D3-4D42-9AAE-854E63EDA76C}"/>
                </c:ext>
              </c:extLst>
            </c:dLbl>
            <c:dLbl>
              <c:idx val="1"/>
              <c:layout>
                <c:manualLayout>
                  <c:x val="0"/>
                  <c:y val="-0.17134268537074149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F-85D3-4D42-9AAE-854E63EDA76C}"/>
                </c:ext>
              </c:extLst>
            </c:dLbl>
            <c:dLbl>
              <c:idx val="2"/>
              <c:layout>
                <c:manualLayout>
                  <c:x val="0"/>
                  <c:y val="-0.22645290581162325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85D3-4D42-9AAE-854E63EDA76C}"/>
                </c:ext>
              </c:extLst>
            </c:dLbl>
            <c:dLbl>
              <c:idx val="3"/>
              <c:layout>
                <c:manualLayout>
                  <c:x val="0"/>
                  <c:y val="-0.291082164328657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85D3-4D42-9AAE-854E63EDA76C}"/>
                </c:ext>
              </c:extLst>
            </c:dLbl>
            <c:dLbl>
              <c:idx val="4"/>
              <c:layout>
                <c:manualLayout>
                  <c:x val="0"/>
                  <c:y val="-0.35721442885771543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85D3-4D42-9AAE-854E63EDA76C}"/>
                </c:ext>
              </c:extLst>
            </c:dLbl>
            <c:dLbl>
              <c:idx val="5"/>
              <c:layout>
                <c:manualLayout>
                  <c:x val="0"/>
                  <c:y val="-0.42685370741482964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等线"/>
                      <a:cs typeface="+mn-cs"/>
                    </a:defRPr>
                  </a:pPr>
                  <a:endParaRPr lang="zh-CN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85D3-4D42-9AAE-854E63EDA76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Sheet1!$A$3:$F$3</c:f>
              <c:numCache>
                <c:formatCode>General</c:formatCode>
                <c:ptCount val="6"/>
                <c:pt idx="0">
                  <c:v>42</c:v>
                </c:pt>
                <c:pt idx="1">
                  <c:v>72</c:v>
                </c:pt>
                <c:pt idx="2">
                  <c:v>101</c:v>
                </c:pt>
                <c:pt idx="3">
                  <c:v>135</c:v>
                </c:pt>
                <c:pt idx="4">
                  <c:v>170</c:v>
                </c:pt>
                <c:pt idx="5">
                  <c:v>207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5D3-4D42-9AAE-854E63EDA7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08636671"/>
        <c:axId val="1"/>
      </c:barChart>
      <c:lineChart>
        <c:grouping val="standard"/>
        <c:varyColors val="0"/>
        <c:ser>
          <c:idx val="3"/>
          <c:order val="3"/>
          <c:spPr>
            <a:ln w="28575" cmpd="sng" algn="ctr">
              <a:solidFill>
                <a:schemeClr val="tx2"/>
              </a:solidFill>
              <a:prstDash val="solid"/>
            </a:ln>
          </c:spPr>
          <c:marker>
            <c:symbol val="none"/>
          </c:marker>
          <c:val>
            <c:numRef>
              <c:f>Sheet1!$A$4:$F$4</c:f>
              <c:numCache>
                <c:formatCode>General</c:formatCode>
                <c:ptCount val="6"/>
                <c:pt idx="0">
                  <c:v>11</c:v>
                </c:pt>
                <c:pt idx="1">
                  <c:v>12.6</c:v>
                </c:pt>
                <c:pt idx="2">
                  <c:v>14.099999999999998</c:v>
                </c:pt>
                <c:pt idx="3">
                  <c:v>14.000000000000002</c:v>
                </c:pt>
                <c:pt idx="4">
                  <c:v>14.2</c:v>
                </c:pt>
                <c:pt idx="5">
                  <c:v>14.799999999999999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5-85D3-4D42-9AAE-854E63EDA7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"/>
        <c:axId val="3"/>
      </c:lineChart>
      <c:catAx>
        <c:axId val="108636671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220"/>
          <c:min val="0"/>
        </c:scaling>
        <c:delete val="0"/>
        <c:axPos val="r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</a:defRPr>
            </a:pPr>
            <a:endParaRPr lang="zh-CN"/>
          </a:p>
        </c:txPr>
        <c:crossAx val="108636671"/>
        <c:crosses val="max"/>
        <c:crossBetween val="between"/>
        <c:majorUnit val="20"/>
      </c:valAx>
      <c:catAx>
        <c:axId val="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>
            <a:noFill/>
          </a:ln>
        </c:spPr>
        <c:crossAx val="3"/>
        <c:crosses val="min"/>
        <c:auto val="0"/>
        <c:lblAlgn val="ctr"/>
        <c:lblOffset val="100"/>
        <c:noMultiLvlLbl val="0"/>
      </c:catAx>
      <c:valAx>
        <c:axId val="3"/>
        <c:scaling>
          <c:orientation val="minMax"/>
          <c:max val="15"/>
          <c:min val="8"/>
        </c:scaling>
        <c:delete val="0"/>
        <c:axPos val="l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200" kern="1200">
                <a:solidFill>
                  <a:schemeClr val="tx1"/>
                </a:solidFill>
                <a:latin typeface="+mn-lt"/>
                <a:ea typeface="等线"/>
                <a:cs typeface="+mn-cs"/>
              </a:defRPr>
            </a:pPr>
            <a:endParaRPr lang="zh-CN"/>
          </a:p>
        </c:txPr>
        <c:crossAx val="2"/>
        <c:crosses val="min"/>
        <c:crossBetween val="between"/>
        <c:majorUnit val="1"/>
      </c:valAx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146174-E007-4443-AA94-7AEBB96592B4}" type="datetimeFigureOut">
              <a:rPr kumimoji="1" lang="zh-CN" altLang="en-US" smtClean="0"/>
              <a:t>2026/4/24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7C5D3-9599-C14E-9FB9-F6E331DD55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1843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999777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5501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23048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7C5D3-9599-C14E-9FB9-F6E331DD554C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742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EB2674E5-0462-2229-B4AB-32D445A240C2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346927444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4" imgW="7772400" imgH="10058400" progId="TCLayout.ActiveDocument.1">
                  <p:embed/>
                </p:oleObj>
              </mc:Choice>
              <mc:Fallback>
                <p:oleObj name="think-cell 幻灯片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Friday, April 24,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tags" Target="../tags/tag28.xml"/><Relationship Id="rId21" Type="http://schemas.openxmlformats.org/officeDocument/2006/relationships/tags" Target="../tags/tag23.xml"/><Relationship Id="rId42" Type="http://schemas.openxmlformats.org/officeDocument/2006/relationships/tags" Target="../tags/tag44.xml"/><Relationship Id="rId47" Type="http://schemas.openxmlformats.org/officeDocument/2006/relationships/tags" Target="../tags/tag49.xml"/><Relationship Id="rId63" Type="http://schemas.openxmlformats.org/officeDocument/2006/relationships/tags" Target="../tags/tag65.xml"/><Relationship Id="rId68" Type="http://schemas.openxmlformats.org/officeDocument/2006/relationships/oleObject" Target="../embeddings/oleObject2.bin"/><Relationship Id="rId7" Type="http://schemas.openxmlformats.org/officeDocument/2006/relationships/tags" Target="../tags/tag9.xml"/><Relationship Id="rId71" Type="http://schemas.openxmlformats.org/officeDocument/2006/relationships/chart" Target="../charts/chart2.xml"/><Relationship Id="rId2" Type="http://schemas.openxmlformats.org/officeDocument/2006/relationships/tags" Target="../tags/tag4.xml"/><Relationship Id="rId16" Type="http://schemas.openxmlformats.org/officeDocument/2006/relationships/tags" Target="../tags/tag18.xml"/><Relationship Id="rId29" Type="http://schemas.openxmlformats.org/officeDocument/2006/relationships/tags" Target="../tags/tag31.xml"/><Relationship Id="rId11" Type="http://schemas.openxmlformats.org/officeDocument/2006/relationships/tags" Target="../tags/tag13.xml"/><Relationship Id="rId24" Type="http://schemas.openxmlformats.org/officeDocument/2006/relationships/tags" Target="../tags/tag26.xml"/><Relationship Id="rId32" Type="http://schemas.openxmlformats.org/officeDocument/2006/relationships/tags" Target="../tags/tag34.xml"/><Relationship Id="rId37" Type="http://schemas.openxmlformats.org/officeDocument/2006/relationships/tags" Target="../tags/tag39.xml"/><Relationship Id="rId40" Type="http://schemas.openxmlformats.org/officeDocument/2006/relationships/tags" Target="../tags/tag42.xml"/><Relationship Id="rId45" Type="http://schemas.openxmlformats.org/officeDocument/2006/relationships/tags" Target="../tags/tag47.xml"/><Relationship Id="rId53" Type="http://schemas.openxmlformats.org/officeDocument/2006/relationships/tags" Target="../tags/tag55.xml"/><Relationship Id="rId58" Type="http://schemas.openxmlformats.org/officeDocument/2006/relationships/tags" Target="../tags/tag60.xml"/><Relationship Id="rId66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61" Type="http://schemas.openxmlformats.org/officeDocument/2006/relationships/tags" Target="../tags/tag63.xml"/><Relationship Id="rId19" Type="http://schemas.openxmlformats.org/officeDocument/2006/relationships/tags" Target="../tags/tag21.xml"/><Relationship Id="rId14" Type="http://schemas.openxmlformats.org/officeDocument/2006/relationships/tags" Target="../tags/tag16.xml"/><Relationship Id="rId22" Type="http://schemas.openxmlformats.org/officeDocument/2006/relationships/tags" Target="../tags/tag24.xml"/><Relationship Id="rId27" Type="http://schemas.openxmlformats.org/officeDocument/2006/relationships/tags" Target="../tags/tag29.xml"/><Relationship Id="rId30" Type="http://schemas.openxmlformats.org/officeDocument/2006/relationships/tags" Target="../tags/tag32.xml"/><Relationship Id="rId35" Type="http://schemas.openxmlformats.org/officeDocument/2006/relationships/tags" Target="../tags/tag37.xml"/><Relationship Id="rId43" Type="http://schemas.openxmlformats.org/officeDocument/2006/relationships/tags" Target="../tags/tag45.xml"/><Relationship Id="rId48" Type="http://schemas.openxmlformats.org/officeDocument/2006/relationships/tags" Target="../tags/tag50.xml"/><Relationship Id="rId56" Type="http://schemas.openxmlformats.org/officeDocument/2006/relationships/tags" Target="../tags/tag58.xml"/><Relationship Id="rId64" Type="http://schemas.openxmlformats.org/officeDocument/2006/relationships/tags" Target="../tags/tag66.xml"/><Relationship Id="rId69" Type="http://schemas.openxmlformats.org/officeDocument/2006/relationships/image" Target="../media/image3.emf"/><Relationship Id="rId8" Type="http://schemas.openxmlformats.org/officeDocument/2006/relationships/tags" Target="../tags/tag10.xml"/><Relationship Id="rId51" Type="http://schemas.openxmlformats.org/officeDocument/2006/relationships/tags" Target="../tags/tag53.xml"/><Relationship Id="rId72" Type="http://schemas.openxmlformats.org/officeDocument/2006/relationships/image" Target="../media/image2.svg"/><Relationship Id="rId3" Type="http://schemas.openxmlformats.org/officeDocument/2006/relationships/tags" Target="../tags/tag5.xml"/><Relationship Id="rId12" Type="http://schemas.openxmlformats.org/officeDocument/2006/relationships/tags" Target="../tags/tag14.xml"/><Relationship Id="rId17" Type="http://schemas.openxmlformats.org/officeDocument/2006/relationships/tags" Target="../tags/tag19.xml"/><Relationship Id="rId25" Type="http://schemas.openxmlformats.org/officeDocument/2006/relationships/tags" Target="../tags/tag27.xml"/><Relationship Id="rId33" Type="http://schemas.openxmlformats.org/officeDocument/2006/relationships/tags" Target="../tags/tag35.xml"/><Relationship Id="rId38" Type="http://schemas.openxmlformats.org/officeDocument/2006/relationships/tags" Target="../tags/tag40.xml"/><Relationship Id="rId46" Type="http://schemas.openxmlformats.org/officeDocument/2006/relationships/tags" Target="../tags/tag48.xml"/><Relationship Id="rId59" Type="http://schemas.openxmlformats.org/officeDocument/2006/relationships/tags" Target="../tags/tag61.xml"/><Relationship Id="rId67" Type="http://schemas.openxmlformats.org/officeDocument/2006/relationships/notesSlide" Target="../notesSlides/notesSlide4.xml"/><Relationship Id="rId20" Type="http://schemas.openxmlformats.org/officeDocument/2006/relationships/tags" Target="../tags/tag22.xml"/><Relationship Id="rId41" Type="http://schemas.openxmlformats.org/officeDocument/2006/relationships/tags" Target="../tags/tag43.xml"/><Relationship Id="rId54" Type="http://schemas.openxmlformats.org/officeDocument/2006/relationships/tags" Target="../tags/tag56.xml"/><Relationship Id="rId62" Type="http://schemas.openxmlformats.org/officeDocument/2006/relationships/tags" Target="../tags/tag64.xml"/><Relationship Id="rId70" Type="http://schemas.openxmlformats.org/officeDocument/2006/relationships/chart" Target="../charts/chart1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5" Type="http://schemas.openxmlformats.org/officeDocument/2006/relationships/tags" Target="../tags/tag17.xml"/><Relationship Id="rId23" Type="http://schemas.openxmlformats.org/officeDocument/2006/relationships/tags" Target="../tags/tag25.xml"/><Relationship Id="rId28" Type="http://schemas.openxmlformats.org/officeDocument/2006/relationships/tags" Target="../tags/tag30.xml"/><Relationship Id="rId36" Type="http://schemas.openxmlformats.org/officeDocument/2006/relationships/tags" Target="../tags/tag38.xml"/><Relationship Id="rId49" Type="http://schemas.openxmlformats.org/officeDocument/2006/relationships/tags" Target="../tags/tag51.xml"/><Relationship Id="rId57" Type="http://schemas.openxmlformats.org/officeDocument/2006/relationships/tags" Target="../tags/tag59.xml"/><Relationship Id="rId10" Type="http://schemas.openxmlformats.org/officeDocument/2006/relationships/tags" Target="../tags/tag12.xml"/><Relationship Id="rId31" Type="http://schemas.openxmlformats.org/officeDocument/2006/relationships/tags" Target="../tags/tag33.xml"/><Relationship Id="rId44" Type="http://schemas.openxmlformats.org/officeDocument/2006/relationships/tags" Target="../tags/tag46.xml"/><Relationship Id="rId52" Type="http://schemas.openxmlformats.org/officeDocument/2006/relationships/tags" Target="../tags/tag54.xml"/><Relationship Id="rId60" Type="http://schemas.openxmlformats.org/officeDocument/2006/relationships/tags" Target="../tags/tag62.xml"/><Relationship Id="rId65" Type="http://schemas.openxmlformats.org/officeDocument/2006/relationships/tags" Target="../tags/tag67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3" Type="http://schemas.openxmlformats.org/officeDocument/2006/relationships/tags" Target="../tags/tag15.xml"/><Relationship Id="rId18" Type="http://schemas.openxmlformats.org/officeDocument/2006/relationships/tags" Target="../tags/tag20.xml"/><Relationship Id="rId39" Type="http://schemas.openxmlformats.org/officeDocument/2006/relationships/tags" Target="../tags/tag41.xml"/><Relationship Id="rId34" Type="http://schemas.openxmlformats.org/officeDocument/2006/relationships/tags" Target="../tags/tag36.xml"/><Relationship Id="rId50" Type="http://schemas.openxmlformats.org/officeDocument/2006/relationships/tags" Target="../tags/tag52.xml"/><Relationship Id="rId55" Type="http://schemas.openxmlformats.org/officeDocument/2006/relationships/tags" Target="../tags/tag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66891"/>
            <a:ext cx="11601521" cy="7592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</a:pPr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Summary: Drive Fruit Co. growth through store expansion, supply chain optimization, product diversification, and improved purchasing experience (Aptos Narrow, Bold, 20pt)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Restructure merchant projects to stabilize cash flows while expanding EE’s global BESS network in high-return markets. Convert German standalone tolling projects to drive equity growth. Portfolio equity allocations optimized via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 </a:t>
            </a:r>
            <a:r>
              <a:rPr kumimoji="1" lang="en-US" altLang="zh-CN" sz="1400" dirty="0">
                <a:solidFill>
                  <a:schemeClr val="tx1"/>
                </a:solidFill>
              </a:rPr>
              <a:t>(Aptos, Regular, 14pt)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714917" y="3579095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714917" y="3579095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960311" y="3406744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€37.1Mn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960311" y="3706953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Adopt short development cycles to keep pace with rapidly evolving battery tech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Slash costs with 30%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5" y="4332458"/>
            <a:ext cx="4093811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 (Aptos, Bold, 16pt)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Recommend raising ex-factory prices by CN¥0.25–0.30 per bottle for Genki Forest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Retail prices could rise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Implementation risks and mitigations identified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Existing customers show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Bridge the value gap between high-output and low-revenue markets via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D87E5DB-4BA9-9EE5-E538-E0378538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68625"/>
              </p:ext>
            </p:extLst>
          </p:nvPr>
        </p:nvGraphicFramePr>
        <p:xfrm>
          <a:off x="5137949" y="2133920"/>
          <a:ext cx="6708560" cy="11716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10000"/>
                    </a:prstClr>
                  </a:outerShdw>
                </a:effectLst>
                <a:tableStyleId>{5C22544A-7EE6-4342-B048-85BDC9FD1C3A}</a:tableStyleId>
              </a:tblPr>
              <a:tblGrid>
                <a:gridCol w="1677140">
                  <a:extLst>
                    <a:ext uri="{9D8B030D-6E8A-4147-A177-3AD203B41FA5}">
                      <a16:colId xmlns:a16="http://schemas.microsoft.com/office/drawing/2014/main" val="4112203043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31620956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434327199"/>
                    </a:ext>
                  </a:extLst>
                </a:gridCol>
                <a:gridCol w="1677140">
                  <a:extLst>
                    <a:ext uri="{9D8B030D-6E8A-4147-A177-3AD203B41FA5}">
                      <a16:colId xmlns:a16="http://schemas.microsoft.com/office/drawing/2014/main" val="1262303234"/>
                    </a:ext>
                  </a:extLst>
                </a:gridCol>
              </a:tblGrid>
              <a:tr h="32550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Year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Fut Mkt Size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>
                          <a:solidFill>
                            <a:schemeClr val="tx2"/>
                          </a:solidFill>
                        </a:rPr>
                        <a:t>Item 4</a:t>
                      </a:r>
                      <a:endParaRPr lang="zh-CN" altLang="en-US" sz="1600" dirty="0">
                        <a:solidFill>
                          <a:schemeClr val="tx2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86488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2020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$61Bn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997956"/>
                  </a:ext>
                </a:extLst>
              </a:tr>
              <a:tr h="41817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2030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dirty="0"/>
                        <a:t>$115Bn</a:t>
                      </a:r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0778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44BAB7D2-5269-E0B2-1A7F-AC2AEE973D8F}"/>
              </a:ext>
            </a:extLst>
          </p:cNvPr>
          <p:cNvSpPr/>
          <p:nvPr/>
        </p:nvSpPr>
        <p:spPr>
          <a:xfrm>
            <a:off x="5376256" y="4247999"/>
            <a:ext cx="6470253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dirty="0">
                <a:solidFill>
                  <a:schemeClr val="tx1"/>
                </a:solidFill>
              </a:rPr>
              <a:t>Yada pension actively fulfills its social responsibility and pays attention to social welfare and elderly’s health security. Yada should implement strategies to reach a broader population and meet diverse needs.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90F5CD-2D12-B0EA-A28D-DFA77A11A421}"/>
              </a:ext>
            </a:extLst>
          </p:cNvPr>
          <p:cNvSpPr/>
          <p:nvPr/>
        </p:nvSpPr>
        <p:spPr>
          <a:xfrm>
            <a:off x="5376255" y="1704826"/>
            <a:ext cx="3480306" cy="22804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Customer Segmentation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Shanghai, the Pilot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Private Service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Intelligent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Mid-class Living at Home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Normal Community Service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6E184D-B6AF-A51F-DD1D-8814D2A75483}"/>
              </a:ext>
            </a:extLst>
          </p:cNvPr>
          <p:cNvSpPr txBox="1"/>
          <p:nvPr/>
        </p:nvSpPr>
        <p:spPr>
          <a:xfrm>
            <a:off x="244988" y="31016"/>
            <a:ext cx="1006393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Summary: Yada’s development strategy in China incorporates multi-level senior care patterns and more customized services</a:t>
            </a:r>
          </a:p>
        </p:txBody>
      </p:sp>
      <p:cxnSp>
        <p:nvCxnSpPr>
          <p:cNvPr id="7" name="直线连接符 6">
            <a:extLst>
              <a:ext uri="{FF2B5EF4-FFF2-40B4-BE49-F238E27FC236}">
                <a16:creationId xmlns:a16="http://schemas.microsoft.com/office/drawing/2014/main" id="{1C2E6875-BDC9-7937-44EE-CED172999E2A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CF8E0F5-53A8-78A4-5C93-7B8BDAE3B77D}"/>
              </a:ext>
            </a:extLst>
          </p:cNvPr>
          <p:cNvSpPr txBox="1"/>
          <p:nvPr/>
        </p:nvSpPr>
        <p:spPr>
          <a:xfrm>
            <a:off x="2003918" y="1101671"/>
            <a:ext cx="995081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Market</a:t>
            </a:r>
            <a:endParaRPr kumimoji="1" lang="zh-CN" altLang="en-US" sz="2000" b="1" dirty="0"/>
          </a:p>
        </p:txBody>
      </p: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9C69077-E220-8815-E6AA-EECB2FB396C5}"/>
              </a:ext>
            </a:extLst>
          </p:cNvPr>
          <p:cNvCxnSpPr>
            <a:cxnSpLocks/>
          </p:cNvCxnSpPr>
          <p:nvPr/>
        </p:nvCxnSpPr>
        <p:spPr>
          <a:xfrm>
            <a:off x="2008094" y="1501781"/>
            <a:ext cx="3122706" cy="0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E19E487E-B744-D685-6A08-5C74C1118186}"/>
              </a:ext>
            </a:extLst>
          </p:cNvPr>
          <p:cNvSpPr/>
          <p:nvPr/>
        </p:nvSpPr>
        <p:spPr>
          <a:xfrm>
            <a:off x="345486" y="1704826"/>
            <a:ext cx="1412976" cy="2280448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Analysis</a:t>
            </a:r>
          </a:p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Dimensions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D132D706-B860-FDDC-BFBA-AFB8F7DDF495}"/>
              </a:ext>
            </a:extLst>
          </p:cNvPr>
          <p:cNvSpPr/>
          <p:nvPr/>
        </p:nvSpPr>
        <p:spPr>
          <a:xfrm>
            <a:off x="345486" y="4248001"/>
            <a:ext cx="1412976" cy="140978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Implications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C88317E2-EF10-7FCA-7D24-C0B5ED67B4B5}"/>
              </a:ext>
            </a:extLst>
          </p:cNvPr>
          <p:cNvCxnSpPr>
            <a:cxnSpLocks/>
          </p:cNvCxnSpPr>
          <p:nvPr/>
        </p:nvCxnSpPr>
        <p:spPr>
          <a:xfrm flipH="1">
            <a:off x="5130800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线连接符 23">
            <a:extLst>
              <a:ext uri="{FF2B5EF4-FFF2-40B4-BE49-F238E27FC236}">
                <a16:creationId xmlns:a16="http://schemas.microsoft.com/office/drawing/2014/main" id="{7BBD4D04-BBA4-D611-9313-90509644092F}"/>
              </a:ext>
            </a:extLst>
          </p:cNvPr>
          <p:cNvCxnSpPr>
            <a:cxnSpLocks/>
          </p:cNvCxnSpPr>
          <p:nvPr/>
        </p:nvCxnSpPr>
        <p:spPr>
          <a:xfrm>
            <a:off x="5380688" y="1501781"/>
            <a:ext cx="631591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F16C364A-1B28-3C03-27CB-39CC91F8D4B5}"/>
              </a:ext>
            </a:extLst>
          </p:cNvPr>
          <p:cNvSpPr txBox="1"/>
          <p:nvPr/>
        </p:nvSpPr>
        <p:spPr>
          <a:xfrm>
            <a:off x="5338568" y="1101671"/>
            <a:ext cx="2008883" cy="400110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2000" b="1" dirty="0"/>
              <a:t>Strategy Design</a:t>
            </a:r>
            <a:endParaRPr kumimoji="1" lang="zh-CN" altLang="en-US" sz="20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36C3395-7422-FB8D-5E1B-AA105843C331}"/>
              </a:ext>
            </a:extLst>
          </p:cNvPr>
          <p:cNvSpPr/>
          <p:nvPr/>
        </p:nvSpPr>
        <p:spPr>
          <a:xfrm>
            <a:off x="9102016" y="1704826"/>
            <a:ext cx="2744493" cy="228567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b="1" dirty="0">
                <a:solidFill>
                  <a:schemeClr val="tx1"/>
                </a:solidFill>
              </a:rPr>
              <a:t>Business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Financial Products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Investment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Law Consultation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End-of-life Care</a:t>
            </a:r>
          </a:p>
        </p:txBody>
      </p:sp>
      <p:cxnSp>
        <p:nvCxnSpPr>
          <p:cNvPr id="37" name="直线连接符 36">
            <a:extLst>
              <a:ext uri="{FF2B5EF4-FFF2-40B4-BE49-F238E27FC236}">
                <a16:creationId xmlns:a16="http://schemas.microsoft.com/office/drawing/2014/main" id="{B1404906-0873-93BF-2BFF-D6D4AA1673C9}"/>
              </a:ext>
            </a:extLst>
          </p:cNvPr>
          <p:cNvCxnSpPr>
            <a:cxnSpLocks/>
          </p:cNvCxnSpPr>
          <p:nvPr/>
        </p:nvCxnSpPr>
        <p:spPr>
          <a:xfrm>
            <a:off x="5119516" y="1091727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线连接符 40">
            <a:extLst>
              <a:ext uri="{FF2B5EF4-FFF2-40B4-BE49-F238E27FC236}">
                <a16:creationId xmlns:a16="http://schemas.microsoft.com/office/drawing/2014/main" id="{D52F9750-F9D9-3123-547B-1636A542B762}"/>
              </a:ext>
            </a:extLst>
          </p:cNvPr>
          <p:cNvCxnSpPr>
            <a:cxnSpLocks/>
          </p:cNvCxnSpPr>
          <p:nvPr/>
        </p:nvCxnSpPr>
        <p:spPr>
          <a:xfrm flipH="1">
            <a:off x="11700783" y="1301726"/>
            <a:ext cx="146154" cy="200055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线连接符 41">
            <a:extLst>
              <a:ext uri="{FF2B5EF4-FFF2-40B4-BE49-F238E27FC236}">
                <a16:creationId xmlns:a16="http://schemas.microsoft.com/office/drawing/2014/main" id="{B858C90B-882B-9F0F-E1C6-32A81A3999F1}"/>
              </a:ext>
            </a:extLst>
          </p:cNvPr>
          <p:cNvCxnSpPr>
            <a:cxnSpLocks/>
          </p:cNvCxnSpPr>
          <p:nvPr/>
        </p:nvCxnSpPr>
        <p:spPr>
          <a:xfrm>
            <a:off x="11696607" y="1082253"/>
            <a:ext cx="154505" cy="209998"/>
          </a:xfrm>
          <a:prstGeom prst="line">
            <a:avLst/>
          </a:prstGeom>
          <a:ln cap="rnd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矩形 43">
            <a:extLst>
              <a:ext uri="{FF2B5EF4-FFF2-40B4-BE49-F238E27FC236}">
                <a16:creationId xmlns:a16="http://schemas.microsoft.com/office/drawing/2014/main" id="{D7EA58E7-1FB5-602C-80D7-AECF5131149E}"/>
              </a:ext>
            </a:extLst>
          </p:cNvPr>
          <p:cNvSpPr/>
          <p:nvPr/>
        </p:nvSpPr>
        <p:spPr>
          <a:xfrm>
            <a:off x="2003918" y="4248001"/>
            <a:ext cx="3126882" cy="140978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dirty="0">
                <a:solidFill>
                  <a:schemeClr val="tx1"/>
                </a:solidFill>
              </a:rPr>
              <a:t>Yada should capture market trends and meet the increasing demand for elderly care services, as a reputable company. </a:t>
            </a:r>
          </a:p>
        </p:txBody>
      </p:sp>
      <p:sp>
        <p:nvSpPr>
          <p:cNvPr id="46" name="圆角矩形 45">
            <a:extLst>
              <a:ext uri="{FF2B5EF4-FFF2-40B4-BE49-F238E27FC236}">
                <a16:creationId xmlns:a16="http://schemas.microsoft.com/office/drawing/2014/main" id="{48465E15-3D27-AC57-3B36-44A500942880}"/>
              </a:ext>
            </a:extLst>
          </p:cNvPr>
          <p:cNvSpPr/>
          <p:nvPr/>
        </p:nvSpPr>
        <p:spPr>
          <a:xfrm>
            <a:off x="2003918" y="5915287"/>
            <a:ext cx="9842591" cy="400108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Achieve healthy revenue growth in Mainland China senior living &amp; care market</a:t>
            </a:r>
            <a:endParaRPr kumimoji="1" lang="zh-CN" altLang="en-US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98BE3B-63F5-6F17-7C83-2FB7961EAA1A}"/>
              </a:ext>
            </a:extLst>
          </p:cNvPr>
          <p:cNvSpPr/>
          <p:nvPr/>
        </p:nvSpPr>
        <p:spPr>
          <a:xfrm>
            <a:off x="2003918" y="1704825"/>
            <a:ext cx="3126882" cy="22804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Policy Sorting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Market Overview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Customer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Industry Chain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Competitive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chemeClr val="tx1"/>
                </a:solidFill>
              </a:rPr>
              <a:t>Pain Points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pic>
        <p:nvPicPr>
          <p:cNvPr id="55" name="图形 54">
            <a:extLst>
              <a:ext uri="{FF2B5EF4-FFF2-40B4-BE49-F238E27FC236}">
                <a16:creationId xmlns:a16="http://schemas.microsoft.com/office/drawing/2014/main" id="{F4D7DA8E-4E03-A554-6B44-D5C19068CA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96436AE1-1181-444C-84DF-D21DFE98E7DC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A7811FA-D8C2-5661-9AB4-B07CA1ABE26E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35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E1CE934-85F8-0826-B36E-D69350947AEA}"/>
              </a:ext>
            </a:extLst>
          </p:cNvPr>
          <p:cNvSpPr txBox="1"/>
          <p:nvPr/>
        </p:nvSpPr>
        <p:spPr>
          <a:xfrm>
            <a:off x="244988" y="31016"/>
            <a:ext cx="1006393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Building Long- Term Value in Australia: Co-developing BESS with ongoing Australian solar projects prevents a recurrence of volatility driven weak returns</a:t>
            </a:r>
          </a:p>
        </p:txBody>
      </p:sp>
      <p:cxnSp>
        <p:nvCxnSpPr>
          <p:cNvPr id="5" name="直线连接符 4">
            <a:extLst>
              <a:ext uri="{FF2B5EF4-FFF2-40B4-BE49-F238E27FC236}">
                <a16:creationId xmlns:a16="http://schemas.microsoft.com/office/drawing/2014/main" id="{92DE8C43-F71D-E261-E900-A4AF4124A7C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6BFAE83-F5E5-D2C2-386B-D95345B9B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228421"/>
              </p:ext>
            </p:extLst>
          </p:nvPr>
        </p:nvGraphicFramePr>
        <p:xfrm>
          <a:off x="345486" y="1150694"/>
          <a:ext cx="5347102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91766">
                  <a:extLst>
                    <a:ext uri="{9D8B030D-6E8A-4147-A177-3AD203B41FA5}">
                      <a16:colId xmlns:a16="http://schemas.microsoft.com/office/drawing/2014/main" val="505092938"/>
                    </a:ext>
                  </a:extLst>
                </a:gridCol>
                <a:gridCol w="4155336">
                  <a:extLst>
                    <a:ext uri="{9D8B030D-6E8A-4147-A177-3AD203B41FA5}">
                      <a16:colId xmlns:a16="http://schemas.microsoft.com/office/drawing/2014/main" val="2270245355"/>
                    </a:ext>
                  </a:extLst>
                </a:gridCol>
              </a:tblGrid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23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%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high negative price 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dispatch interval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418244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10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GW+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project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pipeline active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Australia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144150"/>
                  </a:ext>
                </a:extLst>
              </a:tr>
              <a:tr h="297153">
                <a:tc>
                  <a:txBody>
                    <a:bodyPr/>
                    <a:lstStyle/>
                    <a:p>
                      <a:pPr algn="r"/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$</a:t>
                      </a:r>
                      <a:r>
                        <a:rPr lang="en-US" altLang="zh-CN" sz="24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13.6</a:t>
                      </a:r>
                      <a:r>
                        <a:rPr lang="en-US" altLang="zh-CN" sz="1600" b="1" i="0" dirty="0">
                          <a:solidFill>
                            <a:schemeClr val="tx2"/>
                          </a:solidFill>
                          <a:latin typeface="Aptos Narrow" panose="020B0004020202020204" pitchFamily="34" charset="0"/>
                        </a:rPr>
                        <a:t>Bn</a:t>
                      </a:r>
                      <a:endParaRPr lang="zh-CN" altLang="en-US" sz="2400" b="1" i="0" dirty="0">
                        <a:solidFill>
                          <a:schemeClr val="tx2"/>
                        </a:solidFill>
                        <a:latin typeface="Aptos Narrow" panose="020B0004020202020204" pitchFamily="34" charset="0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record </a:t>
                      </a:r>
                      <a:r>
                        <a:rPr lang="en-US" altLang="zh-CN" sz="1600" b="1" dirty="0">
                          <a:solidFill>
                            <a:schemeClr val="tx1"/>
                          </a:solidFill>
                        </a:rPr>
                        <a:t>quarterly investment </a:t>
                      </a:r>
                      <a:r>
                        <a:rPr lang="en-US" altLang="zh-CN" sz="1600" dirty="0">
                          <a:solidFill>
                            <a:schemeClr val="tx1"/>
                          </a:solidFill>
                        </a:rPr>
                        <a:t>in BESS</a:t>
                      </a:r>
                      <a:endParaRPr lang="zh-CN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449463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F9A12CFF-2053-1A0E-7B5B-9C20C82C2559}"/>
              </a:ext>
            </a:extLst>
          </p:cNvPr>
          <p:cNvSpPr/>
          <p:nvPr/>
        </p:nvSpPr>
        <p:spPr>
          <a:xfrm>
            <a:off x="345486" y="3899687"/>
            <a:ext cx="3713897" cy="926645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Leverage existing and under-construction and existing projects as anchor sites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Accelerate time to market as a flexibility trade with merchant offtake agreement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78234A61-9194-2290-DA55-FE48C0B4A6C9}"/>
              </a:ext>
            </a:extLst>
          </p:cNvPr>
          <p:cNvSpPr/>
          <p:nvPr/>
        </p:nvSpPr>
        <p:spPr>
          <a:xfrm>
            <a:off x="345486" y="3436501"/>
            <a:ext cx="3713897" cy="464513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Improve Viability in New</a:t>
            </a:r>
            <a:br>
              <a:rPr kumimoji="1" lang="en-US" altLang="zh-CN" sz="1400" b="1" dirty="0">
                <a:solidFill>
                  <a:schemeClr val="tx2"/>
                </a:solidFill>
              </a:rPr>
            </a:br>
            <a:r>
              <a:rPr kumimoji="1" lang="en-US" altLang="zh-CN" sz="1400" b="1" dirty="0">
                <a:solidFill>
                  <a:schemeClr val="tx2"/>
                </a:solidFill>
              </a:rPr>
              <a:t>and Expanding Geography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71654AB-1E63-738F-6188-2B2D9578C25B}"/>
              </a:ext>
            </a:extLst>
          </p:cNvPr>
          <p:cNvSpPr/>
          <p:nvPr/>
        </p:nvSpPr>
        <p:spPr>
          <a:xfrm>
            <a:off x="4238613" y="3896036"/>
            <a:ext cx="3713897" cy="92664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Co-deploy BESS with ongoing projects to prevent future generation revenue gaps.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potential inefficiency gains whilst hedging downside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3403EC62-5731-3FE5-1137-179FF704109A}"/>
              </a:ext>
            </a:extLst>
          </p:cNvPr>
          <p:cNvSpPr/>
          <p:nvPr/>
        </p:nvSpPr>
        <p:spPr>
          <a:xfrm>
            <a:off x="4243718" y="3618577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Future Proofing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138092-F4B2-C32E-972A-A181FB876E96}"/>
              </a:ext>
            </a:extLst>
          </p:cNvPr>
          <p:cNvSpPr/>
          <p:nvPr/>
        </p:nvSpPr>
        <p:spPr>
          <a:xfrm>
            <a:off x="8131740" y="3711437"/>
            <a:ext cx="3713897" cy="1120869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Australia’s NEM exhibits higher trading volatility and structural inefficiencies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Capture arbitrate revenue during surges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Utilize machine learning to optimize PPAs and dispatch strategies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EFBC0108-0B27-AFE1-FC89-55A2928905BA}"/>
              </a:ext>
            </a:extLst>
          </p:cNvPr>
          <p:cNvSpPr/>
          <p:nvPr/>
        </p:nvSpPr>
        <p:spPr>
          <a:xfrm>
            <a:off x="8131740" y="3429000"/>
            <a:ext cx="3713897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b="1" dirty="0">
                <a:solidFill>
                  <a:schemeClr val="tx2"/>
                </a:solidFill>
              </a:rPr>
              <a:t>Leverage Trading Inefficiencies</a:t>
            </a:r>
          </a:p>
        </p:txBody>
      </p:sp>
      <p:sp>
        <p:nvSpPr>
          <p:cNvPr id="17" name="半闭框 16">
            <a:extLst>
              <a:ext uri="{FF2B5EF4-FFF2-40B4-BE49-F238E27FC236}">
                <a16:creationId xmlns:a16="http://schemas.microsoft.com/office/drawing/2014/main" id="{11E4A961-217E-B4CC-8F4C-4670978CA02F}"/>
              </a:ext>
            </a:extLst>
          </p:cNvPr>
          <p:cNvSpPr/>
          <p:nvPr/>
        </p:nvSpPr>
        <p:spPr>
          <a:xfrm rot="13500000">
            <a:off x="2049716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5832FA94-8BEB-240A-539A-1F63A8B14BCA}"/>
              </a:ext>
            </a:extLst>
          </p:cNvPr>
          <p:cNvSpPr/>
          <p:nvPr/>
        </p:nvSpPr>
        <p:spPr>
          <a:xfrm>
            <a:off x="345486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Establish an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efficient, low-risk foothold</a:t>
            </a:r>
            <a:r>
              <a:rPr kumimoji="1" lang="en-US" altLang="zh-CN" sz="1400" dirty="0">
                <a:solidFill>
                  <a:schemeClr val="tx1"/>
                </a:solidFill>
              </a:rPr>
              <a:t> in a volatile but high-potential market</a:t>
            </a:r>
          </a:p>
        </p:txBody>
      </p:sp>
      <p:sp>
        <p:nvSpPr>
          <p:cNvPr id="20" name="半闭框 19">
            <a:extLst>
              <a:ext uri="{FF2B5EF4-FFF2-40B4-BE49-F238E27FC236}">
                <a16:creationId xmlns:a16="http://schemas.microsoft.com/office/drawing/2014/main" id="{17B99E14-4EFC-7938-5876-FBE644675ED6}"/>
              </a:ext>
            </a:extLst>
          </p:cNvPr>
          <p:cNvSpPr/>
          <p:nvPr/>
        </p:nvSpPr>
        <p:spPr>
          <a:xfrm rot="13500000">
            <a:off x="59463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545E689-0D59-E65F-D0F5-AC86423E6547}"/>
              </a:ext>
            </a:extLst>
          </p:cNvPr>
          <p:cNvSpPr/>
          <p:nvPr/>
        </p:nvSpPr>
        <p:spPr>
          <a:xfrm>
            <a:off x="42420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Build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resilience against curtailment </a:t>
            </a:r>
            <a:r>
              <a:rPr kumimoji="1" lang="en-US" altLang="zh-CN" sz="1400" dirty="0">
                <a:solidFill>
                  <a:schemeClr val="tx1"/>
                </a:solidFill>
              </a:rPr>
              <a:t>and long-term revenue compression</a:t>
            </a:r>
          </a:p>
        </p:txBody>
      </p:sp>
      <p:sp>
        <p:nvSpPr>
          <p:cNvPr id="22" name="半闭框 21">
            <a:extLst>
              <a:ext uri="{FF2B5EF4-FFF2-40B4-BE49-F238E27FC236}">
                <a16:creationId xmlns:a16="http://schemas.microsoft.com/office/drawing/2014/main" id="{DEDF063F-6A27-0558-EDFB-647A7A8DC6AF}"/>
              </a:ext>
            </a:extLst>
          </p:cNvPr>
          <p:cNvSpPr/>
          <p:nvPr/>
        </p:nvSpPr>
        <p:spPr>
          <a:xfrm rot="13500000">
            <a:off x="9832507" y="4790912"/>
            <a:ext cx="305436" cy="305436"/>
          </a:xfrm>
          <a:prstGeom prst="halfFram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1549D3C-8DE1-4B31-AB68-03938C52F095}"/>
              </a:ext>
            </a:extLst>
          </p:cNvPr>
          <p:cNvSpPr/>
          <p:nvPr/>
        </p:nvSpPr>
        <p:spPr>
          <a:xfrm>
            <a:off x="8128277" y="5258345"/>
            <a:ext cx="3713897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Turn Australia’s market volatility into a </a:t>
            </a:r>
            <a:br>
              <a:rPr kumimoji="1" lang="en-US" altLang="zh-CN" sz="1400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data-driven competitive edge</a:t>
            </a:r>
          </a:p>
        </p:txBody>
      </p:sp>
      <p:pic>
        <p:nvPicPr>
          <p:cNvPr id="24" name="图形 23">
            <a:extLst>
              <a:ext uri="{FF2B5EF4-FFF2-40B4-BE49-F238E27FC236}">
                <a16:creationId xmlns:a16="http://schemas.microsoft.com/office/drawing/2014/main" id="{FAFC9884-6246-F634-E0FD-A3070E684E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BB15453-D652-794B-55FC-16712E1ED423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9BCFF956-0E02-B37C-A090-15397127068A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8754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90C2D6C3-F672-03CB-95B6-7768AA384B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40BB8C5-317F-655D-5BE1-0210F7527F90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5F0B02-6935-E3A8-E599-4F3824E24311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217ACF-4130-49D3-4C52-EA50A97F4F6F}"/>
              </a:ext>
            </a:extLst>
          </p:cNvPr>
          <p:cNvSpPr txBox="1"/>
          <p:nvPr/>
        </p:nvSpPr>
        <p:spPr>
          <a:xfrm>
            <a:off x="244988" y="31016"/>
            <a:ext cx="8819493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Risk Mitigation: The blended ownership model offsets the proposal's most critical risks, protecting against severe downside</a:t>
            </a:r>
          </a:p>
        </p:txBody>
      </p:sp>
      <p:cxnSp>
        <p:nvCxnSpPr>
          <p:cNvPr id="8" name="直线连接符 7">
            <a:extLst>
              <a:ext uri="{FF2B5EF4-FFF2-40B4-BE49-F238E27FC236}">
                <a16:creationId xmlns:a16="http://schemas.microsoft.com/office/drawing/2014/main" id="{C986A6CE-D2DC-B17A-8342-F5B4591BBA0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CA88D83A-5172-4079-3EE0-40D82178B9D6}"/>
              </a:ext>
            </a:extLst>
          </p:cNvPr>
          <p:cNvSpPr/>
          <p:nvPr/>
        </p:nvSpPr>
        <p:spPr>
          <a:xfrm>
            <a:off x="5728242" y="132126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Germany Regulatory</a:t>
            </a:r>
          </a:p>
          <a:p>
            <a:r>
              <a:rPr kumimoji="1" lang="en-US" altLang="zh-CN" sz="1400" b="1" dirty="0">
                <a:solidFill>
                  <a:schemeClr val="tx1"/>
                </a:solidFill>
              </a:rPr>
              <a:t>Environment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B49B9359-07E6-9820-71DF-F889BAE58EFC}"/>
              </a:ext>
            </a:extLst>
          </p:cNvPr>
          <p:cNvSpPr/>
          <p:nvPr/>
        </p:nvSpPr>
        <p:spPr>
          <a:xfrm>
            <a:off x="5466825" y="132126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17A0A004-9899-2873-E37E-ADB0C445D411}"/>
              </a:ext>
            </a:extLst>
          </p:cNvPr>
          <p:cNvSpPr/>
          <p:nvPr/>
        </p:nvSpPr>
        <p:spPr>
          <a:xfrm>
            <a:off x="8052335" y="132126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approval and project sales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significantly slow ability to cash recycle</a:t>
            </a:r>
          </a:p>
        </p:txBody>
      </p: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9E7E5E45-CEB0-9F21-275B-46E1846C6AE9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7868159" y="156563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A4D0989F-24AA-FCBF-C03A-C64320E1B2DB}"/>
              </a:ext>
            </a:extLst>
          </p:cNvPr>
          <p:cNvSpPr/>
          <p:nvPr/>
        </p:nvSpPr>
        <p:spPr>
          <a:xfrm>
            <a:off x="5728242" y="192393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High Leverage Risk from Merchant Agreements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C4DDBA0C-C25A-6AEF-7143-E55E2FB6DF0C}"/>
              </a:ext>
            </a:extLst>
          </p:cNvPr>
          <p:cNvSpPr/>
          <p:nvPr/>
        </p:nvSpPr>
        <p:spPr>
          <a:xfrm>
            <a:off x="5466825" y="192393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2</a:t>
            </a:r>
            <a:endParaRPr kumimoji="1" lang="zh-CN" altLang="en-US" sz="1600" b="1" dirty="0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1754FC1E-411B-4701-DFE6-6AB447D98DBB}"/>
              </a:ext>
            </a:extLst>
          </p:cNvPr>
          <p:cNvSpPr/>
          <p:nvPr/>
        </p:nvSpPr>
        <p:spPr>
          <a:xfrm>
            <a:off x="8052335" y="192393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If price volatility stabilizes, long-term ROI could sharply decline without floor price guarantee</a:t>
            </a:r>
          </a:p>
        </p:txBody>
      </p:sp>
      <p:cxnSp>
        <p:nvCxnSpPr>
          <p:cNvPr id="18" name="直线连接符 17">
            <a:extLst>
              <a:ext uri="{FF2B5EF4-FFF2-40B4-BE49-F238E27FC236}">
                <a16:creationId xmlns:a16="http://schemas.microsoft.com/office/drawing/2014/main" id="{3830BEC9-46DA-BADE-3E40-3BEEA161BAE6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7868160" y="216830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4B0AB8FE-C0B0-876D-9324-48366A51C7BA}"/>
              </a:ext>
            </a:extLst>
          </p:cNvPr>
          <p:cNvSpPr/>
          <p:nvPr/>
        </p:nvSpPr>
        <p:spPr>
          <a:xfrm>
            <a:off x="5728242" y="2529952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Rapid BESS Technology Advancements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19858136-2129-88C5-46ED-4BB09E66E53E}"/>
              </a:ext>
            </a:extLst>
          </p:cNvPr>
          <p:cNvSpPr/>
          <p:nvPr/>
        </p:nvSpPr>
        <p:spPr>
          <a:xfrm>
            <a:off x="5466825" y="2529956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024976-FD49-3DF0-A388-945A5177D634}"/>
              </a:ext>
            </a:extLst>
          </p:cNvPr>
          <p:cNvSpPr/>
          <p:nvPr/>
        </p:nvSpPr>
        <p:spPr>
          <a:xfrm>
            <a:off x="8052335" y="2529951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Rapid BESS advancement and adoption could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leave existing projects inefficient, reducing ROI</a:t>
            </a:r>
          </a:p>
        </p:txBody>
      </p: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E5EBD285-70D0-099D-1D2D-55F56054C099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V="1">
            <a:off x="7868159" y="2774325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A1402583-D522-0786-F803-8030FE8817B5}"/>
              </a:ext>
            </a:extLst>
          </p:cNvPr>
          <p:cNvSpPr/>
          <p:nvPr/>
        </p:nvSpPr>
        <p:spPr>
          <a:xfrm>
            <a:off x="5728242" y="3132625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Operation &amp; Construction Delays</a:t>
            </a:r>
          </a:p>
        </p:txBody>
      </p:sp>
      <p:sp>
        <p:nvSpPr>
          <p:cNvPr id="30" name="圆角矩形 29">
            <a:extLst>
              <a:ext uri="{FF2B5EF4-FFF2-40B4-BE49-F238E27FC236}">
                <a16:creationId xmlns:a16="http://schemas.microsoft.com/office/drawing/2014/main" id="{0D16923E-CBF3-B76B-8EAB-AA7ED2684812}"/>
              </a:ext>
            </a:extLst>
          </p:cNvPr>
          <p:cNvSpPr/>
          <p:nvPr/>
        </p:nvSpPr>
        <p:spPr>
          <a:xfrm>
            <a:off x="5466825" y="3132624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4</a:t>
            </a:r>
            <a:endParaRPr kumimoji="1" lang="zh-CN" altLang="en-US" sz="1600" b="1" dirty="0"/>
          </a:p>
        </p:txBody>
      </p:sp>
      <p:sp>
        <p:nvSpPr>
          <p:cNvPr id="31" name="圆角矩形 30">
            <a:extLst>
              <a:ext uri="{FF2B5EF4-FFF2-40B4-BE49-F238E27FC236}">
                <a16:creationId xmlns:a16="http://schemas.microsoft.com/office/drawing/2014/main" id="{FEEF2A6E-76AF-2D6C-9A2C-56530C7B4BBC}"/>
              </a:ext>
            </a:extLst>
          </p:cNvPr>
          <p:cNvSpPr/>
          <p:nvPr/>
        </p:nvSpPr>
        <p:spPr>
          <a:xfrm>
            <a:off x="8052335" y="3132624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Delays could tie up capital and prevent EE's ability to secure a dominant market position</a:t>
            </a:r>
          </a:p>
        </p:txBody>
      </p:sp>
      <p:cxnSp>
        <p:nvCxnSpPr>
          <p:cNvPr id="32" name="直线连接符 31">
            <a:extLst>
              <a:ext uri="{FF2B5EF4-FFF2-40B4-BE49-F238E27FC236}">
                <a16:creationId xmlns:a16="http://schemas.microsoft.com/office/drawing/2014/main" id="{AC805526-DA2C-B57F-FC7B-0BFFC8F77A77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7868160" y="3376998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D523052D-9F1C-0FF7-415E-49C912C3984D}"/>
              </a:ext>
            </a:extLst>
          </p:cNvPr>
          <p:cNvSpPr/>
          <p:nvPr/>
        </p:nvSpPr>
        <p:spPr>
          <a:xfrm>
            <a:off x="5728242" y="3738641"/>
            <a:ext cx="2139917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Lack of Project </a:t>
            </a:r>
            <a:br>
              <a:rPr kumimoji="1" lang="en-US" altLang="zh-CN" sz="1400" b="1" dirty="0">
                <a:solidFill>
                  <a:schemeClr val="tx1"/>
                </a:solidFill>
              </a:rPr>
            </a:br>
            <a:r>
              <a:rPr kumimoji="1" lang="en-US" altLang="zh-CN" sz="1400" b="1" dirty="0">
                <a:solidFill>
                  <a:schemeClr val="tx1"/>
                </a:solidFill>
              </a:rPr>
              <a:t>Sale Buyers</a:t>
            </a:r>
          </a:p>
        </p:txBody>
      </p:sp>
      <p:sp>
        <p:nvSpPr>
          <p:cNvPr id="34" name="圆角矩形 33">
            <a:extLst>
              <a:ext uri="{FF2B5EF4-FFF2-40B4-BE49-F238E27FC236}">
                <a16:creationId xmlns:a16="http://schemas.microsoft.com/office/drawing/2014/main" id="{5C2F44BB-ADC7-2B4E-6D28-C28FC78BF845}"/>
              </a:ext>
            </a:extLst>
          </p:cNvPr>
          <p:cNvSpPr/>
          <p:nvPr/>
        </p:nvSpPr>
        <p:spPr>
          <a:xfrm>
            <a:off x="5466825" y="3738645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5</a:t>
            </a:r>
            <a:endParaRPr kumimoji="1" lang="zh-CN" altLang="en-US" sz="1600" b="1" dirty="0"/>
          </a:p>
        </p:txBody>
      </p:sp>
      <p:sp>
        <p:nvSpPr>
          <p:cNvPr id="35" name="圆角矩形 34">
            <a:extLst>
              <a:ext uri="{FF2B5EF4-FFF2-40B4-BE49-F238E27FC236}">
                <a16:creationId xmlns:a16="http://schemas.microsoft.com/office/drawing/2014/main" id="{B845EDE1-421E-B1DF-DBB7-81857931A447}"/>
              </a:ext>
            </a:extLst>
          </p:cNvPr>
          <p:cNvSpPr/>
          <p:nvPr/>
        </p:nvSpPr>
        <p:spPr>
          <a:xfrm>
            <a:off x="8052335" y="3738640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Slow project sales could slow cash recycling, but EE would generate returns in intermediary</a:t>
            </a:r>
          </a:p>
        </p:txBody>
      </p:sp>
      <p:cxnSp>
        <p:nvCxnSpPr>
          <p:cNvPr id="36" name="直线连接符 35">
            <a:extLst>
              <a:ext uri="{FF2B5EF4-FFF2-40B4-BE49-F238E27FC236}">
                <a16:creationId xmlns:a16="http://schemas.microsoft.com/office/drawing/2014/main" id="{81E98287-C8FD-6728-B59D-FBFCA5A72965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 flipV="1">
            <a:off x="7868159" y="3983014"/>
            <a:ext cx="184176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34BAA28E-3856-E0AE-E749-4F7906A2EC43}"/>
              </a:ext>
            </a:extLst>
          </p:cNvPr>
          <p:cNvSpPr/>
          <p:nvPr/>
        </p:nvSpPr>
        <p:spPr>
          <a:xfrm>
            <a:off x="5728242" y="4341314"/>
            <a:ext cx="2139918" cy="48874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400" b="1" dirty="0">
                <a:solidFill>
                  <a:schemeClr val="tx1"/>
                </a:solidFill>
              </a:rPr>
              <a:t>Fail to Secure Sufficient Debt Financing</a:t>
            </a:r>
          </a:p>
        </p:txBody>
      </p:sp>
      <p:sp>
        <p:nvSpPr>
          <p:cNvPr id="38" name="圆角矩形 37">
            <a:extLst>
              <a:ext uri="{FF2B5EF4-FFF2-40B4-BE49-F238E27FC236}">
                <a16:creationId xmlns:a16="http://schemas.microsoft.com/office/drawing/2014/main" id="{BD70D279-69C5-9A47-A831-EAB4F046C336}"/>
              </a:ext>
            </a:extLst>
          </p:cNvPr>
          <p:cNvSpPr/>
          <p:nvPr/>
        </p:nvSpPr>
        <p:spPr>
          <a:xfrm>
            <a:off x="5466825" y="4341313"/>
            <a:ext cx="261417" cy="488743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6</a:t>
            </a:r>
            <a:endParaRPr kumimoji="1" lang="zh-CN" altLang="en-US" sz="1600" b="1" dirty="0"/>
          </a:p>
        </p:txBody>
      </p:sp>
      <p:sp>
        <p:nvSpPr>
          <p:cNvPr id="39" name="圆角矩形 38">
            <a:extLst>
              <a:ext uri="{FF2B5EF4-FFF2-40B4-BE49-F238E27FC236}">
                <a16:creationId xmlns:a16="http://schemas.microsoft.com/office/drawing/2014/main" id="{1C675C16-97F2-9B3A-3AB7-2DDBF14BFC28}"/>
              </a:ext>
            </a:extLst>
          </p:cNvPr>
          <p:cNvSpPr/>
          <p:nvPr/>
        </p:nvSpPr>
        <p:spPr>
          <a:xfrm>
            <a:off x="8052335" y="4341313"/>
            <a:ext cx="3790588" cy="48874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Projections depend on sufficient debt</a:t>
            </a:r>
          </a:p>
          <a:p>
            <a:pPr>
              <a:lnSpc>
                <a:spcPct val="90000"/>
              </a:lnSpc>
            </a:pPr>
            <a:r>
              <a:rPr kumimoji="1" lang="en-US" altLang="zh-CN" sz="1400" dirty="0">
                <a:solidFill>
                  <a:schemeClr val="tx1"/>
                </a:solidFill>
              </a:rPr>
              <a:t>financers, influenced by macro trends</a:t>
            </a:r>
          </a:p>
        </p:txBody>
      </p: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30F0A141-20ED-51D7-D489-2313FFB6C9E2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7868160" y="4585687"/>
            <a:ext cx="184175" cy="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F04773C9-C3D6-C275-AECD-55A2DE1E4EEE}"/>
              </a:ext>
            </a:extLst>
          </p:cNvPr>
          <p:cNvSpPr/>
          <p:nvPr/>
        </p:nvSpPr>
        <p:spPr>
          <a:xfrm>
            <a:off x="5466825" y="5311531"/>
            <a:ext cx="6376098" cy="77433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zh-CN" sz="1400" dirty="0">
                <a:solidFill>
                  <a:schemeClr val="tx1"/>
                </a:solidFill>
              </a:rPr>
              <a:t>The proposed two-phase approach involves both long-term merchant retrofit ownership and short-term project sales. This means that the risks of each phase (1) and (3) offset each other because they have different ownership timeframes.</a:t>
            </a:r>
          </a:p>
        </p:txBody>
      </p:sp>
      <p:cxnSp>
        <p:nvCxnSpPr>
          <p:cNvPr id="43" name="直线箭头连接符 42">
            <a:extLst>
              <a:ext uri="{FF2B5EF4-FFF2-40B4-BE49-F238E27FC236}">
                <a16:creationId xmlns:a16="http://schemas.microsoft.com/office/drawing/2014/main" id="{DE573C71-4EB3-04E5-F546-5E6627FD2E12}"/>
              </a:ext>
            </a:extLst>
          </p:cNvPr>
          <p:cNvCxnSpPr>
            <a:cxnSpLocks/>
          </p:cNvCxnSpPr>
          <p:nvPr/>
        </p:nvCxnSpPr>
        <p:spPr>
          <a:xfrm flipV="1">
            <a:off x="744135" y="1223725"/>
            <a:ext cx="0" cy="4475326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线箭头连接符 44">
            <a:extLst>
              <a:ext uri="{FF2B5EF4-FFF2-40B4-BE49-F238E27FC236}">
                <a16:creationId xmlns:a16="http://schemas.microsoft.com/office/drawing/2014/main" id="{5B9583AF-2CD8-F729-B5D2-650C50100BFF}"/>
              </a:ext>
            </a:extLst>
          </p:cNvPr>
          <p:cNvCxnSpPr>
            <a:cxnSpLocks/>
          </p:cNvCxnSpPr>
          <p:nvPr/>
        </p:nvCxnSpPr>
        <p:spPr>
          <a:xfrm>
            <a:off x="744135" y="5699051"/>
            <a:ext cx="4178739" cy="0"/>
          </a:xfrm>
          <a:prstGeom prst="straightConnector1">
            <a:avLst/>
          </a:prstGeom>
          <a:ln w="38100" cap="sq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FD6D3F2F-BBB4-5B3F-DC8D-827497154566}"/>
              </a:ext>
            </a:extLst>
          </p:cNvPr>
          <p:cNvSpPr txBox="1"/>
          <p:nvPr/>
        </p:nvSpPr>
        <p:spPr>
          <a:xfrm>
            <a:off x="203602" y="1055862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45A5E05-C14F-A5E9-D2A7-4D3DD0777A1C}"/>
              </a:ext>
            </a:extLst>
          </p:cNvPr>
          <p:cNvSpPr txBox="1"/>
          <p:nvPr/>
        </p:nvSpPr>
        <p:spPr>
          <a:xfrm>
            <a:off x="279330" y="5662921"/>
            <a:ext cx="502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1400" dirty="0"/>
              <a:t>Low</a:t>
            </a:r>
            <a:endParaRPr kumimoji="1"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F680207-6CC0-C917-B514-81982B146BD0}"/>
              </a:ext>
            </a:extLst>
          </p:cNvPr>
          <p:cNvSpPr txBox="1"/>
          <p:nvPr/>
        </p:nvSpPr>
        <p:spPr>
          <a:xfrm>
            <a:off x="4785088" y="5700077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/>
              <a:t>High</a:t>
            </a:r>
            <a:endParaRPr kumimoji="1"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E426A3A-4FD9-0353-6827-3E9E21C2CB9B}"/>
              </a:ext>
            </a:extLst>
          </p:cNvPr>
          <p:cNvSpPr txBox="1"/>
          <p:nvPr/>
        </p:nvSpPr>
        <p:spPr>
          <a:xfrm>
            <a:off x="2235167" y="5698026"/>
            <a:ext cx="11966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Probability</a:t>
            </a:r>
            <a:endParaRPr kumimoji="1" lang="zh-CN" altLang="en-US" sz="1600" b="1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FF55E5A-B686-CF5B-3C26-7F6544F69FFB}"/>
              </a:ext>
            </a:extLst>
          </p:cNvPr>
          <p:cNvSpPr txBox="1"/>
          <p:nvPr/>
        </p:nvSpPr>
        <p:spPr>
          <a:xfrm rot="16200000">
            <a:off x="150704" y="3259723"/>
            <a:ext cx="8483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Impact</a:t>
            </a:r>
            <a:endParaRPr kumimoji="1" lang="zh-CN" altLang="en-US" sz="1600" b="1" dirty="0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8A2D3C3-6EE5-37F2-7946-12EA6D6D0544}"/>
              </a:ext>
            </a:extLst>
          </p:cNvPr>
          <p:cNvSpPr/>
          <p:nvPr/>
        </p:nvSpPr>
        <p:spPr>
          <a:xfrm>
            <a:off x="989556" y="1565635"/>
            <a:ext cx="3670126" cy="3870661"/>
          </a:xfrm>
          <a:prstGeom prst="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69146E72-F524-5E61-E816-3FAA55312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745909"/>
              </p:ext>
            </p:extLst>
          </p:nvPr>
        </p:nvGraphicFramePr>
        <p:xfrm>
          <a:off x="989556" y="1565091"/>
          <a:ext cx="3670116" cy="3870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7529">
                  <a:extLst>
                    <a:ext uri="{9D8B030D-6E8A-4147-A177-3AD203B41FA5}">
                      <a16:colId xmlns:a16="http://schemas.microsoft.com/office/drawing/2014/main" val="112730010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260154138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660385216"/>
                    </a:ext>
                  </a:extLst>
                </a:gridCol>
                <a:gridCol w="917529">
                  <a:extLst>
                    <a:ext uri="{9D8B030D-6E8A-4147-A177-3AD203B41FA5}">
                      <a16:colId xmlns:a16="http://schemas.microsoft.com/office/drawing/2014/main" val="326007348"/>
                    </a:ext>
                  </a:extLst>
                </a:gridCol>
              </a:tblGrid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347298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36162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26881"/>
                  </a:ext>
                </a:extLst>
              </a:tr>
              <a:tr h="967665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601458"/>
                  </a:ext>
                </a:extLst>
              </a:tr>
            </a:tbl>
          </a:graphicData>
        </a:graphic>
      </p:graphicFrame>
      <p:sp>
        <p:nvSpPr>
          <p:cNvPr id="56" name="椭圆 55">
            <a:extLst>
              <a:ext uri="{FF2B5EF4-FFF2-40B4-BE49-F238E27FC236}">
                <a16:creationId xmlns:a16="http://schemas.microsoft.com/office/drawing/2014/main" id="{86392C13-B4F2-9ADF-44BC-4A067779C3EC}"/>
              </a:ext>
            </a:extLst>
          </p:cNvPr>
          <p:cNvSpPr/>
          <p:nvPr/>
        </p:nvSpPr>
        <p:spPr>
          <a:xfrm>
            <a:off x="3541425" y="332712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1</a:t>
            </a:r>
            <a:endParaRPr kumimoji="1" lang="zh-CN" altLang="en-US" b="1" dirty="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A344EB1F-9D76-AE55-964E-38D01157DC7C}"/>
              </a:ext>
            </a:extLst>
          </p:cNvPr>
          <p:cNvSpPr/>
          <p:nvPr/>
        </p:nvSpPr>
        <p:spPr>
          <a:xfrm>
            <a:off x="2061873" y="302466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2</a:t>
            </a:r>
            <a:endParaRPr kumimoji="1" lang="zh-CN" altLang="en-US" b="1" dirty="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0069C9AF-796B-4E36-C415-840EB663EC65}"/>
              </a:ext>
            </a:extLst>
          </p:cNvPr>
          <p:cNvSpPr/>
          <p:nvPr/>
        </p:nvSpPr>
        <p:spPr>
          <a:xfrm>
            <a:off x="2716308" y="222292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3</a:t>
            </a:r>
            <a:endParaRPr kumimoji="1" lang="zh-CN" altLang="en-US" b="1" dirty="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F3886199-7519-9174-EBC7-D16FD8C24C1D}"/>
              </a:ext>
            </a:extLst>
          </p:cNvPr>
          <p:cNvSpPr/>
          <p:nvPr/>
        </p:nvSpPr>
        <p:spPr>
          <a:xfrm>
            <a:off x="1248843" y="2429407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6</a:t>
            </a:r>
            <a:endParaRPr kumimoji="1" lang="zh-CN" altLang="en-US" b="1" dirty="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270CD78F-09F6-2B91-845C-54BF945750C3}"/>
              </a:ext>
            </a:extLst>
          </p:cNvPr>
          <p:cNvSpPr/>
          <p:nvPr/>
        </p:nvSpPr>
        <p:spPr>
          <a:xfrm>
            <a:off x="1130856" y="3646149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4</a:t>
            </a:r>
            <a:endParaRPr kumimoji="1" lang="zh-CN" altLang="en-US" b="1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7F05CD1-2735-4F70-3781-36B3438225AD}"/>
              </a:ext>
            </a:extLst>
          </p:cNvPr>
          <p:cNvSpPr/>
          <p:nvPr/>
        </p:nvSpPr>
        <p:spPr>
          <a:xfrm>
            <a:off x="2008385" y="4272955"/>
            <a:ext cx="346587" cy="346587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5</a:t>
            </a: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89881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1B944F9D-0D30-01A0-219C-0E2D56F2737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973602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68" imgW="7772400" imgH="10058400" progId="TCLayout.ActiveDocument.1">
                  <p:embed/>
                </p:oleObj>
              </mc:Choice>
              <mc:Fallback>
                <p:oleObj name="think-cell 幻灯片" r:id="rId68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0F9330F4-2DE6-0500-E561-86B311AD8FF1}"/>
              </a:ext>
            </a:extLst>
          </p:cNvPr>
          <p:cNvSpPr txBox="1"/>
          <p:nvPr/>
        </p:nvSpPr>
        <p:spPr>
          <a:xfrm>
            <a:off x="244988" y="31016"/>
            <a:ext cx="9084541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400" b="1" dirty="0">
                <a:latin typeface="Aptos Narrow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To achieve ideal growth, priority should be considered by potential and feasibility, while proper actions should be taken to mitigate risks</a:t>
            </a:r>
          </a:p>
        </p:txBody>
      </p:sp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2F6AAA03-88AA-6B05-B5F0-B16E9B6BA4BC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325C4243-BAE3-41B8-487D-241E8D369232}"/>
              </a:ext>
            </a:extLst>
          </p:cNvPr>
          <p:cNvSpPr/>
          <p:nvPr/>
        </p:nvSpPr>
        <p:spPr>
          <a:xfrm>
            <a:off x="345489" y="1116589"/>
            <a:ext cx="5750511" cy="30145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Priority and Implementation Timeline</a:t>
            </a:r>
            <a:endParaRPr kumimoji="1" lang="zh-CN" altLang="en-US" b="1" dirty="0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08E939F-9ACD-26FC-28C4-E1D0E49DB28D}"/>
              </a:ext>
            </a:extLst>
          </p:cNvPr>
          <p:cNvSpPr/>
          <p:nvPr/>
        </p:nvSpPr>
        <p:spPr>
          <a:xfrm>
            <a:off x="6394225" y="1116589"/>
            <a:ext cx="5453219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Revenue and Margin Forecast</a:t>
            </a:r>
            <a:endParaRPr kumimoji="1" lang="zh-CN" altLang="en-US" b="1" dirty="0"/>
          </a:p>
        </p:txBody>
      </p:sp>
      <p:cxnSp>
        <p:nvCxnSpPr>
          <p:cNvPr id="384" name="直线连接符 383">
            <a:extLst>
              <a:ext uri="{FF2B5EF4-FFF2-40B4-BE49-F238E27FC236}">
                <a16:creationId xmlns:a16="http://schemas.microsoft.com/office/drawing/2014/main" id="{2A640C19-D9E6-DF5F-89D8-22B3ED06D103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1398588" y="1925638"/>
            <a:ext cx="0" cy="2249487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17" name="Chart 3">
            <a:extLst>
              <a:ext uri="{FF2B5EF4-FFF2-40B4-BE49-F238E27FC236}">
                <a16:creationId xmlns:a16="http://schemas.microsoft.com/office/drawing/2014/main" id="{4A3DAD00-91EE-1D74-C455-20BAACB13674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213191542"/>
              </p:ext>
            </p:extLst>
          </p:nvPr>
        </p:nvGraphicFramePr>
        <p:xfrm>
          <a:off x="231775" y="1744663"/>
          <a:ext cx="4573588" cy="2613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0"/>
          </a:graphicData>
        </a:graphic>
      </p:graphicFrame>
      <p:sp>
        <p:nvSpPr>
          <p:cNvPr id="363" name="Text Placeholder 2">
            <a:extLst>
              <a:ext uri="{FF2B5EF4-FFF2-40B4-BE49-F238E27FC236}">
                <a16:creationId xmlns:a16="http://schemas.microsoft.com/office/drawing/2014/main" id="{04C3D0B6-CE07-3D9F-BFBE-CDF5DC00FC9F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579438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99B627B9-D6C5-4602-A12F-CDB54B1F72B2}" type="datetime'''''''''4''5''''''''''''''''''''''''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45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194" name="Text Placeholder 2">
            <a:extLst>
              <a:ext uri="{FF2B5EF4-FFF2-40B4-BE49-F238E27FC236}">
                <a16:creationId xmlns:a16="http://schemas.microsoft.com/office/drawing/2014/main" id="{E1D3255C-7D5A-91D3-2BB4-EA7AC52AE099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 bwMode="gray">
          <a:xfrm>
            <a:off x="94932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F4C20E5A-18DF-4489-8DED-7967BC797685}" type="datetime'''''''''''''''5''''''''''''''''''''''''0'''''''''">
              <a:rPr lang="zh-CN" altLang="en-US" sz="1200" smtClean="0"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50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4" name="Text Placeholder 2">
            <a:extLst>
              <a:ext uri="{FF2B5EF4-FFF2-40B4-BE49-F238E27FC236}">
                <a16:creationId xmlns:a16="http://schemas.microsoft.com/office/drawing/2014/main" id="{4C0FBDA7-0E8B-384C-0C34-E8D7F745B841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gray">
          <a:xfrm>
            <a:off x="131762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D4657640-72D6-4F27-BAD0-CF4F524C1A9E}" type="datetime'''''''''''''''''''''''''''''5''''''''''5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55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4" name="Text Placeholder 2">
            <a:extLst>
              <a:ext uri="{FF2B5EF4-FFF2-40B4-BE49-F238E27FC236}">
                <a16:creationId xmlns:a16="http://schemas.microsoft.com/office/drawing/2014/main" id="{A083E358-20EB-775E-95AF-065066147EB6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gray">
          <a:xfrm>
            <a:off x="1687513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AB22EC1-62F9-4658-9BA4-68692B3EB633}" type="datetime'''''''''''''''6''''''0''''''''''''''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5" name="Text Placeholder 2">
            <a:extLst>
              <a:ext uri="{FF2B5EF4-FFF2-40B4-BE49-F238E27FC236}">
                <a16:creationId xmlns:a16="http://schemas.microsoft.com/office/drawing/2014/main" id="{2A46868B-4ED6-EA35-8986-0C198232C74D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 bwMode="gray">
          <a:xfrm>
            <a:off x="205740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1049B93F-5347-4AD3-9308-1C0E263CDED1}" type="datetime'''''''''''''''''''''''''''''''6''''''''''''''''5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65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6" name="Text Placeholder 2">
            <a:extLst>
              <a:ext uri="{FF2B5EF4-FFF2-40B4-BE49-F238E27FC236}">
                <a16:creationId xmlns:a16="http://schemas.microsoft.com/office/drawing/2014/main" id="{F07D290B-7D1D-E32E-1A2A-826C9704E8D9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242570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D9DD2E98-71D1-466F-A6FC-CEC254A44E09}" type="datetime'''''''''''''''''''''''''''''''''''''''7''0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70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6" name="Text Placeholder 2">
            <a:extLst>
              <a:ext uri="{FF2B5EF4-FFF2-40B4-BE49-F238E27FC236}">
                <a16:creationId xmlns:a16="http://schemas.microsoft.com/office/drawing/2014/main" id="{A5274D98-91D2-5041-7C2B-54BAAD41D6E4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2795588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279B0935-2519-4CFB-83F0-71D2FAABA0D7}" type="datetime'''7''''5''''''''''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75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C141C1A4-93DC-0091-DC3A-4EEF8E46A5A0}"/>
              </a:ext>
            </a:extLst>
          </p:cNvPr>
          <p:cNvSpPr txBox="1">
            <a:spLocks/>
          </p:cNvSpPr>
          <p:nvPr>
            <p:custDataLst>
              <p:tags r:id="rId11"/>
            </p:custDataLst>
          </p:nvPr>
        </p:nvSpPr>
        <p:spPr bwMode="gray">
          <a:xfrm>
            <a:off x="316547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E3BCDDB-8EB8-43D6-9C30-1D93D139B530}" type="datetime'''''''''''''''''''''''''''''8''''''''''0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80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7" name="Text Placeholder 2">
            <a:extLst>
              <a:ext uri="{FF2B5EF4-FFF2-40B4-BE49-F238E27FC236}">
                <a16:creationId xmlns:a16="http://schemas.microsoft.com/office/drawing/2014/main" id="{8679A503-CE80-860B-0036-BB3392EBFF39}"/>
              </a:ext>
            </a:extLst>
          </p:cNvPr>
          <p:cNvSpPr txBox="1">
            <a:spLocks/>
          </p:cNvSpPr>
          <p:nvPr>
            <p:custDataLst>
              <p:tags r:id="rId12"/>
            </p:custDataLst>
          </p:nvPr>
        </p:nvSpPr>
        <p:spPr bwMode="gray">
          <a:xfrm>
            <a:off x="3533775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C69F9B9E-FAA6-4E7F-80A2-34FEA66E94ED}" type="datetime'8''''''''''''''''''''''''''''''''''''''5''''''''''''''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85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10" name="Text Placeholder 2">
            <a:extLst>
              <a:ext uri="{FF2B5EF4-FFF2-40B4-BE49-F238E27FC236}">
                <a16:creationId xmlns:a16="http://schemas.microsoft.com/office/drawing/2014/main" id="{560D648D-4C97-7DA5-17A5-78EA920EDEAB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 bwMode="gray">
          <a:xfrm>
            <a:off x="3903663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FEAB56A5-CF5D-41E2-9168-42651C14A79F}" type="datetime'''''''''''''''''''''''''''90''''''''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90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68" name="Text Placeholder 2">
            <a:extLst>
              <a:ext uri="{FF2B5EF4-FFF2-40B4-BE49-F238E27FC236}">
                <a16:creationId xmlns:a16="http://schemas.microsoft.com/office/drawing/2014/main" id="{58A75B5E-CB55-B655-B912-CFB72CE88386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 bwMode="gray">
          <a:xfrm>
            <a:off x="4273550" y="4289425"/>
            <a:ext cx="16192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C490D74-E38E-45E9-979B-67DFF36633D0}" type="datetime'''''''''''''''''''''''''''''''''''''''''''9''''''''''''5'''">
              <a:rPr lang="zh-CN" altLang="en-US" sz="1200" smtClean="0">
                <a:effectLst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95</a:t>
            </a:fld>
            <a:endParaRPr lang="zh-CN" altLang="en-US" sz="1200" dirty="0">
              <a:sym typeface="+mn-lt"/>
            </a:endParaRPr>
          </a:p>
        </p:txBody>
      </p:sp>
      <p:sp>
        <p:nvSpPr>
          <p:cNvPr id="214" name="Text Placeholder 2">
            <a:extLst>
              <a:ext uri="{FF2B5EF4-FFF2-40B4-BE49-F238E27FC236}">
                <a16:creationId xmlns:a16="http://schemas.microsoft.com/office/drawing/2014/main" id="{55633F12-2BDE-474E-6042-B45E0ED75EB9}"/>
              </a:ext>
            </a:extLst>
          </p:cNvPr>
          <p:cNvSpPr txBox="1">
            <a:spLocks/>
          </p:cNvSpPr>
          <p:nvPr>
            <p:custDataLst>
              <p:tags r:id="rId15"/>
            </p:custDataLst>
          </p:nvPr>
        </p:nvSpPr>
        <p:spPr bwMode="gray">
          <a:xfrm>
            <a:off x="4602163" y="4289425"/>
            <a:ext cx="24288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142EB2B-7E4A-4BBE-A445-F41AC98A8C90}" type="datetime'''''''''1''0''''''''''''''''''''''''''''0'''''''''''''''''''''">
              <a:rPr lang="zh-CN" altLang="en-US" sz="1200" smtClean="0">
                <a:effectLst/>
                <a:ea typeface="等线" panose="02010600030101010101" pitchFamily="2" charset="-122"/>
                <a:sym typeface="+mn-lt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100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DE1FE-E786-5B08-279D-269B697109F5}"/>
              </a:ext>
            </a:extLst>
          </p:cNvPr>
          <p:cNvSpPr txBox="1">
            <a:spLocks/>
          </p:cNvSpPr>
          <p:nvPr>
            <p:custDataLst>
              <p:tags r:id="rId16"/>
            </p:custDataLst>
          </p:nvPr>
        </p:nvSpPr>
        <p:spPr bwMode="auto">
          <a:xfrm>
            <a:off x="4870450" y="4079875"/>
            <a:ext cx="106838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Feasibility (%)</a:t>
            </a:r>
            <a:endParaRPr lang="zh-CN" altLang="en-US" sz="1400" dirty="0">
              <a:ea typeface="+mn-lt"/>
              <a:cs typeface="+mn-lt"/>
              <a:sym typeface="+mn-lt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C6A738-5E87-EDF8-9C5A-E3765A41116E}"/>
              </a:ext>
            </a:extLst>
          </p:cNvPr>
          <p:cNvSpPr txBox="1">
            <a:spLocks/>
          </p:cNvSpPr>
          <p:nvPr>
            <p:custDataLst>
              <p:tags r:id="rId17"/>
            </p:custDataLst>
          </p:nvPr>
        </p:nvSpPr>
        <p:spPr bwMode="auto">
          <a:xfrm>
            <a:off x="346074" y="1512888"/>
            <a:ext cx="205263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Revenue</a:t>
            </a:r>
            <a:r>
              <a:rPr lang="zh-CN" altLang="en-US" sz="1400" dirty="0">
                <a:effectLst/>
                <a:ea typeface="+mn-lt"/>
                <a:cs typeface="+mn-lt"/>
                <a:sym typeface="+mn-lt"/>
              </a:rPr>
              <a:t> </a:t>
            </a:r>
            <a:r>
              <a:rPr lang="en-US" altLang="zh-CN" sz="1400" dirty="0">
                <a:effectLst/>
                <a:ea typeface="+mn-lt"/>
                <a:cs typeface="+mn-lt"/>
                <a:sym typeface="+mn-lt"/>
              </a:rPr>
              <a:t>Potential (100Mn)</a:t>
            </a:r>
            <a:endParaRPr lang="zh-CN" altLang="en-US" sz="1400" dirty="0">
              <a:ea typeface="+mn-lt"/>
              <a:cs typeface="+mn-lt"/>
              <a:sym typeface="+mn-lt"/>
            </a:endParaRPr>
          </a:p>
        </p:txBody>
      </p:sp>
      <p:cxnSp>
        <p:nvCxnSpPr>
          <p:cNvPr id="359" name="直线连接符 358">
            <a:extLst>
              <a:ext uri="{FF2B5EF4-FFF2-40B4-BE49-F238E27FC236}">
                <a16:creationId xmlns:a16="http://schemas.microsoft.com/office/drawing/2014/main" id="{C69C69CE-23AA-AA84-894E-6A5F6CC53513}"/>
              </a:ext>
            </a:extLst>
          </p:cNvPr>
          <p:cNvCxnSpPr/>
          <p:nvPr>
            <p:custDataLst>
              <p:tags r:id="rId18"/>
            </p:custDataLst>
          </p:nvPr>
        </p:nvCxnSpPr>
        <p:spPr bwMode="gray">
          <a:xfrm>
            <a:off x="4802188" y="1577975"/>
            <a:ext cx="177800" cy="177800"/>
          </a:xfrm>
          <a:prstGeom prst="line">
            <a:avLst/>
          </a:prstGeom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0" name="直线连接符 359">
            <a:extLst>
              <a:ext uri="{FF2B5EF4-FFF2-40B4-BE49-F238E27FC236}">
                <a16:creationId xmlns:a16="http://schemas.microsoft.com/office/drawing/2014/main" id="{13565D86-ED70-7E0C-2B4E-6AD3AEA2C440}"/>
              </a:ext>
            </a:extLst>
          </p:cNvPr>
          <p:cNvCxnSpPr/>
          <p:nvPr>
            <p:custDataLst>
              <p:tags r:id="rId19"/>
            </p:custDataLst>
          </p:nvPr>
        </p:nvCxnSpPr>
        <p:spPr bwMode="gray">
          <a:xfrm flipH="1">
            <a:off x="4802188" y="1577975"/>
            <a:ext cx="177800" cy="177800"/>
          </a:xfrm>
          <a:prstGeom prst="line">
            <a:avLst/>
          </a:prstGeom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9" name="椭圆 348">
            <a:extLst>
              <a:ext uri="{FF2B5EF4-FFF2-40B4-BE49-F238E27FC236}">
                <a16:creationId xmlns:a16="http://schemas.microsoft.com/office/drawing/2014/main" id="{2A58A5ED-005B-3DB8-87C9-D873F7CE7EE9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4802188" y="1816100"/>
            <a:ext cx="177800" cy="177800"/>
          </a:xfrm>
          <a:prstGeom prst="ellipse">
            <a:avLst/>
          </a:prstGeom>
          <a:solidFill>
            <a:srgbClr val="A1A1A1"/>
          </a:solidFill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1" name="矩形 380">
            <a:extLst>
              <a:ext uri="{FF2B5EF4-FFF2-40B4-BE49-F238E27FC236}">
                <a16:creationId xmlns:a16="http://schemas.microsoft.com/office/drawing/2014/main" id="{AD02E7BE-158E-043B-57BB-889EDB635952}"/>
              </a:ext>
            </a:extLst>
          </p:cNvPr>
          <p:cNvSpPr/>
          <p:nvPr>
            <p:custDataLst>
              <p:tags r:id="rId21"/>
            </p:custDataLst>
          </p:nvPr>
        </p:nvSpPr>
        <p:spPr bwMode="auto">
          <a:xfrm>
            <a:off x="4802188" y="2054225"/>
            <a:ext cx="177800" cy="177800"/>
          </a:xfrm>
          <a:prstGeom prst="rect">
            <a:avLst/>
          </a:prstGeom>
          <a:solidFill>
            <a:srgbClr val="A1A1A1"/>
          </a:solidFill>
          <a:ln w="9525" cap="flat" cmpd="sng" algn="ctr">
            <a:solidFill>
              <a:srgbClr val="A1A1A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55" name="Text Placeholder 2">
            <a:extLst>
              <a:ext uri="{FF2B5EF4-FFF2-40B4-BE49-F238E27FC236}">
                <a16:creationId xmlns:a16="http://schemas.microsoft.com/office/drawing/2014/main" id="{E4C86F7E-E3A5-6141-5347-6B6E8196E946}"/>
              </a:ext>
            </a:extLst>
          </p:cNvPr>
          <p:cNvSpPr txBox="1">
            <a:spLocks/>
          </p:cNvSpPr>
          <p:nvPr>
            <p:custDataLst>
              <p:tags r:id="rId22"/>
            </p:custDataLst>
          </p:nvPr>
        </p:nvSpPr>
        <p:spPr bwMode="auto">
          <a:xfrm>
            <a:off x="5049838" y="1595438"/>
            <a:ext cx="9683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C76CF153-46E2-4F76-881E-1AEF9AD9960D}" type="datetime'''''''''''''''''''O''''T:'' ''N''''o''n''''-Ch''''ain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OT: Non-Chain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38" name="Text Placeholder 2">
            <a:extLst>
              <a:ext uri="{FF2B5EF4-FFF2-40B4-BE49-F238E27FC236}">
                <a16:creationId xmlns:a16="http://schemas.microsoft.com/office/drawing/2014/main" id="{8ABE9BA7-44A4-FA7B-1964-91A4F266113F}"/>
              </a:ext>
            </a:extLst>
          </p:cNvPr>
          <p:cNvSpPr txBox="1">
            <a:spLocks/>
          </p:cNvSpPr>
          <p:nvPr>
            <p:custDataLst>
              <p:tags r:id="rId23"/>
            </p:custDataLst>
          </p:nvPr>
        </p:nvSpPr>
        <p:spPr bwMode="auto">
          <a:xfrm>
            <a:off x="5049838" y="1833563"/>
            <a:ext cx="8032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57579F8F-73F9-41BE-A85A-FBC9A6F8DFE7}" type="datetime'''T''''''''T: ''''H''''i''gh-''Tie''''''''''''''''''''''r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TT: High-Tier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78" name="Text Placeholder 2">
            <a:extLst>
              <a:ext uri="{FF2B5EF4-FFF2-40B4-BE49-F238E27FC236}">
                <a16:creationId xmlns:a16="http://schemas.microsoft.com/office/drawing/2014/main" id="{750526A3-3D74-75FE-4728-EF3AC276524A}"/>
              </a:ext>
            </a:extLst>
          </p:cNvPr>
          <p:cNvSpPr txBox="1">
            <a:spLocks/>
          </p:cNvSpPr>
          <p:nvPr>
            <p:custDataLst>
              <p:tags r:id="rId24"/>
            </p:custDataLst>
          </p:nvPr>
        </p:nvSpPr>
        <p:spPr bwMode="auto">
          <a:xfrm>
            <a:off x="5049838" y="2071688"/>
            <a:ext cx="7683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A19ADFD1-996F-4907-95AC-082ECD29781A}" type="datetime'T''''''''T'':'' ''L''''''''o''''w-''T''''''''i''''e''''r'">
              <a:rPr lang="zh-CN" altLang="en-US" sz="1200" smtClean="0">
                <a:ea typeface="等线" panose="02010600030101010101" pitchFamily="2" charset="-122"/>
              </a:rPr>
              <a:pPr marL="0" indent="0">
                <a:spcBef>
                  <a:spcPct val="0"/>
                </a:spcBef>
                <a:spcAft>
                  <a:spcPct val="0"/>
                </a:spcAft>
                <a:buNone/>
              </a:pPr>
              <a:t>TT: Low-Tier</a:t>
            </a:fld>
            <a:endParaRPr lang="zh-CN" altLang="en-US" sz="1200" dirty="0">
              <a:ea typeface="等线" panose="02010600030101010101" pitchFamily="2" charset="-122"/>
              <a:sym typeface="+mn-lt"/>
            </a:endParaRPr>
          </a:p>
        </p:txBody>
      </p:sp>
      <p:sp>
        <p:nvSpPr>
          <p:cNvPr id="388" name="圆角矩形 387">
            <a:extLst>
              <a:ext uri="{FF2B5EF4-FFF2-40B4-BE49-F238E27FC236}">
                <a16:creationId xmlns:a16="http://schemas.microsoft.com/office/drawing/2014/main" id="{9CACFD24-A55D-8B12-228C-2631237D32AE}"/>
              </a:ext>
            </a:extLst>
          </p:cNvPr>
          <p:cNvSpPr/>
          <p:nvPr/>
        </p:nvSpPr>
        <p:spPr>
          <a:xfrm>
            <a:off x="4692649" y="2854696"/>
            <a:ext cx="1422401" cy="30145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/>
              <a:t>Ideal Cases</a:t>
            </a:r>
            <a:endParaRPr kumimoji="1" lang="zh-CN" altLang="en-US" sz="1400" dirty="0"/>
          </a:p>
        </p:txBody>
      </p:sp>
      <p:sp>
        <p:nvSpPr>
          <p:cNvPr id="389" name="圆角矩形 388">
            <a:extLst>
              <a:ext uri="{FF2B5EF4-FFF2-40B4-BE49-F238E27FC236}">
                <a16:creationId xmlns:a16="http://schemas.microsoft.com/office/drawing/2014/main" id="{E9A8AB3B-F42E-4AA3-138C-5A32FEF16409}"/>
              </a:ext>
            </a:extLst>
          </p:cNvPr>
          <p:cNvSpPr/>
          <p:nvPr/>
        </p:nvSpPr>
        <p:spPr>
          <a:xfrm>
            <a:off x="4692650" y="3700918"/>
            <a:ext cx="1422401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solidFill>
                  <a:schemeClr val="bg1"/>
                </a:solidFill>
              </a:rPr>
              <a:t>Current Cases</a:t>
            </a:r>
            <a:endParaRPr kumimoji="1"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391" name="直线箭头连接符 390">
            <a:extLst>
              <a:ext uri="{FF2B5EF4-FFF2-40B4-BE49-F238E27FC236}">
                <a16:creationId xmlns:a16="http://schemas.microsoft.com/office/drawing/2014/main" id="{6651334E-5021-8CAC-0DD1-1177D549C1D1}"/>
              </a:ext>
            </a:extLst>
          </p:cNvPr>
          <p:cNvCxnSpPr/>
          <p:nvPr/>
        </p:nvCxnSpPr>
        <p:spPr>
          <a:xfrm flipV="1">
            <a:off x="4895850" y="3226526"/>
            <a:ext cx="0" cy="3984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3" name="文本框 392">
            <a:extLst>
              <a:ext uri="{FF2B5EF4-FFF2-40B4-BE49-F238E27FC236}">
                <a16:creationId xmlns:a16="http://schemas.microsoft.com/office/drawing/2014/main" id="{8267C7DB-AE3C-3280-44F1-B41EE6CBAD02}"/>
              </a:ext>
            </a:extLst>
          </p:cNvPr>
          <p:cNvSpPr txBox="1"/>
          <p:nvPr/>
        </p:nvSpPr>
        <p:spPr>
          <a:xfrm>
            <a:off x="4983163" y="3194901"/>
            <a:ext cx="11318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tx1"/>
                </a:solidFill>
              </a:rPr>
              <a:t>planned to increase</a:t>
            </a:r>
            <a:endParaRPr kumimoji="1"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8" name="Graphic 6">
            <a:extLst>
              <a:ext uri="{FF2B5EF4-FFF2-40B4-BE49-F238E27FC236}">
                <a16:creationId xmlns:a16="http://schemas.microsoft.com/office/drawing/2014/main" id="{AC4D5D55-563B-95A3-FDF9-A7E34528EDDB}"/>
              </a:ext>
            </a:extLst>
          </p:cNvPr>
          <p:cNvSpPr/>
          <p:nvPr/>
        </p:nvSpPr>
        <p:spPr>
          <a:xfrm rot="2191333">
            <a:off x="1300466" y="2208297"/>
            <a:ext cx="2432832" cy="785202"/>
          </a:xfrm>
          <a:custGeom>
            <a:avLst/>
            <a:gdLst>
              <a:gd name="connsiteX0" fmla="*/ 1410960 w 2055097"/>
              <a:gd name="connsiteY0" fmla="*/ 50654 h 1123443"/>
              <a:gd name="connsiteX1" fmla="*/ 1431380 w 2055097"/>
              <a:gd name="connsiteY1" fmla="*/ 55477 h 1123443"/>
              <a:gd name="connsiteX2" fmla="*/ 1410960 w 2055097"/>
              <a:gd name="connsiteY2" fmla="*/ 50654 h 1123443"/>
              <a:gd name="connsiteX3" fmla="*/ 1917519 w 2055097"/>
              <a:gd name="connsiteY3" fmla="*/ 270402 h 1123443"/>
              <a:gd name="connsiteX4" fmla="*/ 1907210 w 2055097"/>
              <a:gd name="connsiteY4" fmla="*/ 261214 h 1123443"/>
              <a:gd name="connsiteX5" fmla="*/ 1937859 w 2055097"/>
              <a:gd name="connsiteY5" fmla="*/ 290901 h 1123443"/>
              <a:gd name="connsiteX6" fmla="*/ 1938754 w 2055097"/>
              <a:gd name="connsiteY6" fmla="*/ 292169 h 1123443"/>
              <a:gd name="connsiteX7" fmla="*/ 1946224 w 2055097"/>
              <a:gd name="connsiteY7" fmla="*/ 299662 h 1123443"/>
              <a:gd name="connsiteX8" fmla="*/ 1981040 w 2055097"/>
              <a:gd name="connsiteY8" fmla="*/ 342087 h 1123443"/>
              <a:gd name="connsiteX9" fmla="*/ 2042509 w 2055097"/>
              <a:gd name="connsiteY9" fmla="*/ 464407 h 1123443"/>
              <a:gd name="connsiteX10" fmla="*/ 2045657 w 2055097"/>
              <a:gd name="connsiteY10" fmla="*/ 477729 h 1123443"/>
              <a:gd name="connsiteX11" fmla="*/ 2054114 w 2055097"/>
              <a:gd name="connsiteY11" fmla="*/ 527155 h 1123443"/>
              <a:gd name="connsiteX12" fmla="*/ 2054639 w 2055097"/>
              <a:gd name="connsiteY12" fmla="*/ 551145 h 1123443"/>
              <a:gd name="connsiteX13" fmla="*/ 2054639 w 2055097"/>
              <a:gd name="connsiteY13" fmla="*/ 553956 h 1123443"/>
              <a:gd name="connsiteX14" fmla="*/ 2053682 w 2055097"/>
              <a:gd name="connsiteY14" fmla="*/ 580074 h 1123443"/>
              <a:gd name="connsiteX15" fmla="*/ 2050441 w 2055097"/>
              <a:gd name="connsiteY15" fmla="*/ 609753 h 1123443"/>
              <a:gd name="connsiteX16" fmla="*/ 2032647 w 2055097"/>
              <a:gd name="connsiteY16" fmla="*/ 673646 h 1123443"/>
              <a:gd name="connsiteX17" fmla="*/ 2023357 w 2055097"/>
              <a:gd name="connsiteY17" fmla="*/ 696471 h 1123443"/>
              <a:gd name="connsiteX18" fmla="*/ 2014915 w 2055097"/>
              <a:gd name="connsiteY18" fmla="*/ 713327 h 1123443"/>
              <a:gd name="connsiteX19" fmla="*/ 1945745 w 2055097"/>
              <a:gd name="connsiteY19" fmla="*/ 810945 h 1123443"/>
              <a:gd name="connsiteX20" fmla="*/ 1931563 w 2055097"/>
              <a:gd name="connsiteY20" fmla="*/ 825472 h 1123443"/>
              <a:gd name="connsiteX21" fmla="*/ 1942705 w 2055097"/>
              <a:gd name="connsiteY21" fmla="*/ 813157 h 1123443"/>
              <a:gd name="connsiteX22" fmla="*/ 1891314 w 2055097"/>
              <a:gd name="connsiteY22" fmla="*/ 862681 h 1123443"/>
              <a:gd name="connsiteX23" fmla="*/ 1865109 w 2055097"/>
              <a:gd name="connsiteY23" fmla="*/ 884587 h 1123443"/>
              <a:gd name="connsiteX24" fmla="*/ 1760676 w 2055097"/>
              <a:gd name="connsiteY24" fmla="*/ 953138 h 1123443"/>
              <a:gd name="connsiteX25" fmla="*/ 1730844 w 2055097"/>
              <a:gd name="connsiteY25" fmla="*/ 969533 h 1123443"/>
              <a:gd name="connsiteX26" fmla="*/ 1724810 w 2055097"/>
              <a:gd name="connsiteY26" fmla="*/ 972418 h 1123443"/>
              <a:gd name="connsiteX27" fmla="*/ 1702895 w 2055097"/>
              <a:gd name="connsiteY27" fmla="*/ 983632 h 1123443"/>
              <a:gd name="connsiteX28" fmla="*/ 1669005 w 2055097"/>
              <a:gd name="connsiteY28" fmla="*/ 998883 h 1123443"/>
              <a:gd name="connsiteX29" fmla="*/ 1572951 w 2055097"/>
              <a:gd name="connsiteY29" fmla="*/ 1036804 h 1123443"/>
              <a:gd name="connsiteX30" fmla="*/ 1584217 w 2055097"/>
              <a:gd name="connsiteY30" fmla="*/ 1033115 h 1123443"/>
              <a:gd name="connsiteX31" fmla="*/ 1558136 w 2055097"/>
              <a:gd name="connsiteY31" fmla="*/ 1042088 h 1123443"/>
              <a:gd name="connsiteX32" fmla="*/ 1502115 w 2055097"/>
              <a:gd name="connsiteY32" fmla="*/ 1059223 h 1123443"/>
              <a:gd name="connsiteX33" fmla="*/ 1461713 w 2055097"/>
              <a:gd name="connsiteY33" fmla="*/ 1070520 h 1123443"/>
              <a:gd name="connsiteX34" fmla="*/ 1477288 w 2055097"/>
              <a:gd name="connsiteY34" fmla="*/ 1066688 h 1123443"/>
              <a:gd name="connsiteX35" fmla="*/ 1432001 w 2055097"/>
              <a:gd name="connsiteY35" fmla="*/ 1078065 h 1123443"/>
              <a:gd name="connsiteX36" fmla="*/ 1421585 w 2055097"/>
              <a:gd name="connsiteY36" fmla="*/ 1080477 h 1123443"/>
              <a:gd name="connsiteX37" fmla="*/ 1416037 w 2055097"/>
              <a:gd name="connsiteY37" fmla="*/ 1081567 h 1123443"/>
              <a:gd name="connsiteX38" fmla="*/ 1404888 w 2055097"/>
              <a:gd name="connsiteY38" fmla="*/ 1084272 h 1123443"/>
              <a:gd name="connsiteX39" fmla="*/ 1374154 w 2055097"/>
              <a:gd name="connsiteY39" fmla="*/ 1090450 h 1123443"/>
              <a:gd name="connsiteX40" fmla="*/ 1358956 w 2055097"/>
              <a:gd name="connsiteY40" fmla="*/ 1093609 h 1123443"/>
              <a:gd name="connsiteX41" fmla="*/ 1361354 w 2055097"/>
              <a:gd name="connsiteY41" fmla="*/ 1092990 h 1123443"/>
              <a:gd name="connsiteX42" fmla="*/ 1392443 w 2055097"/>
              <a:gd name="connsiteY42" fmla="*/ 1086257 h 1123443"/>
              <a:gd name="connsiteX43" fmla="*/ 1372946 w 2055097"/>
              <a:gd name="connsiteY43" fmla="*/ 1089786 h 1123443"/>
              <a:gd name="connsiteX44" fmla="*/ 1342140 w 2055097"/>
              <a:gd name="connsiteY44" fmla="*/ 1095604 h 1123443"/>
              <a:gd name="connsiteX45" fmla="*/ 1337884 w 2055097"/>
              <a:gd name="connsiteY45" fmla="*/ 1096742 h 1123443"/>
              <a:gd name="connsiteX46" fmla="*/ 1294364 w 2055097"/>
              <a:gd name="connsiteY46" fmla="*/ 1104180 h 1123443"/>
              <a:gd name="connsiteX47" fmla="*/ 1330361 w 2055097"/>
              <a:gd name="connsiteY47" fmla="*/ 1097785 h 1123443"/>
              <a:gd name="connsiteX48" fmla="*/ 1303230 w 2055097"/>
              <a:gd name="connsiteY48" fmla="*/ 1101913 h 1123443"/>
              <a:gd name="connsiteX49" fmla="*/ 1277869 w 2055097"/>
              <a:gd name="connsiteY49" fmla="*/ 1106466 h 1123443"/>
              <a:gd name="connsiteX50" fmla="*/ 1272346 w 2055097"/>
              <a:gd name="connsiteY50" fmla="*/ 1107505 h 1123443"/>
              <a:gd name="connsiteX51" fmla="*/ 1256418 w 2055097"/>
              <a:gd name="connsiteY51" fmla="*/ 1109315 h 1123443"/>
              <a:gd name="connsiteX52" fmla="*/ 1239279 w 2055097"/>
              <a:gd name="connsiteY52" fmla="*/ 1111437 h 1123443"/>
              <a:gd name="connsiteX53" fmla="*/ 1235949 w 2055097"/>
              <a:gd name="connsiteY53" fmla="*/ 1111574 h 1123443"/>
              <a:gd name="connsiteX54" fmla="*/ 1238661 w 2055097"/>
              <a:gd name="connsiteY54" fmla="*/ 1111665 h 1123443"/>
              <a:gd name="connsiteX55" fmla="*/ 1207852 w 2055097"/>
              <a:gd name="connsiteY55" fmla="*/ 1114661 h 1123443"/>
              <a:gd name="connsiteX56" fmla="*/ 1188820 w 2055097"/>
              <a:gd name="connsiteY56" fmla="*/ 1115838 h 1123443"/>
              <a:gd name="connsiteX57" fmla="*/ 1175349 w 2055097"/>
              <a:gd name="connsiteY57" fmla="*/ 1117561 h 1123443"/>
              <a:gd name="connsiteX58" fmla="*/ 1107630 w 2055097"/>
              <a:gd name="connsiteY58" fmla="*/ 1121752 h 1123443"/>
              <a:gd name="connsiteX59" fmla="*/ 1154237 w 2055097"/>
              <a:gd name="connsiteY59" fmla="*/ 1119088 h 1123443"/>
              <a:gd name="connsiteX60" fmla="*/ 1136743 w 2055097"/>
              <a:gd name="connsiteY60" fmla="*/ 1119309 h 1123443"/>
              <a:gd name="connsiteX61" fmla="*/ 1113545 w 2055097"/>
              <a:gd name="connsiteY61" fmla="*/ 1121030 h 1123443"/>
              <a:gd name="connsiteX62" fmla="*/ 1081146 w 2055097"/>
              <a:gd name="connsiteY62" fmla="*/ 1121795 h 1123443"/>
              <a:gd name="connsiteX63" fmla="*/ 1101601 w 2055097"/>
              <a:gd name="connsiteY63" fmla="*/ 1121325 h 1123443"/>
              <a:gd name="connsiteX64" fmla="*/ 1074965 w 2055097"/>
              <a:gd name="connsiteY64" fmla="*/ 1122456 h 1123443"/>
              <a:gd name="connsiteX65" fmla="*/ 1091481 w 2055097"/>
              <a:gd name="connsiteY65" fmla="*/ 1122110 h 1123443"/>
              <a:gd name="connsiteX66" fmla="*/ 1067082 w 2055097"/>
              <a:gd name="connsiteY66" fmla="*/ 1122606 h 1123443"/>
              <a:gd name="connsiteX67" fmla="*/ 1030009 w 2055097"/>
              <a:gd name="connsiteY67" fmla="*/ 1122556 h 1123443"/>
              <a:gd name="connsiteX68" fmla="*/ 1025736 w 2055097"/>
              <a:gd name="connsiteY68" fmla="*/ 1123439 h 1123443"/>
              <a:gd name="connsiteX69" fmla="*/ 996645 w 2055097"/>
              <a:gd name="connsiteY69" fmla="*/ 1123186 h 1123443"/>
              <a:gd name="connsiteX70" fmla="*/ 1025736 w 2055097"/>
              <a:gd name="connsiteY70" fmla="*/ 1123326 h 1123443"/>
              <a:gd name="connsiteX71" fmla="*/ 1026961 w 2055097"/>
              <a:gd name="connsiteY71" fmla="*/ 1123326 h 1123443"/>
              <a:gd name="connsiteX72" fmla="*/ 1025736 w 2055097"/>
              <a:gd name="connsiteY72" fmla="*/ 1123036 h 1123443"/>
              <a:gd name="connsiteX73" fmla="*/ 1021486 w 2055097"/>
              <a:gd name="connsiteY73" fmla="*/ 1122536 h 1123443"/>
              <a:gd name="connsiteX74" fmla="*/ 927088 w 2055097"/>
              <a:gd name="connsiteY74" fmla="*/ 1119766 h 1123443"/>
              <a:gd name="connsiteX75" fmla="*/ 863586 w 2055097"/>
              <a:gd name="connsiteY75" fmla="*/ 1115446 h 1123443"/>
              <a:gd name="connsiteX76" fmla="*/ 866617 w 2055097"/>
              <a:gd name="connsiteY76" fmla="*/ 1116020 h 1123443"/>
              <a:gd name="connsiteX77" fmla="*/ 806430 w 2055097"/>
              <a:gd name="connsiteY77" fmla="*/ 1109465 h 1123443"/>
              <a:gd name="connsiteX78" fmla="*/ 790595 w 2055097"/>
              <a:gd name="connsiteY78" fmla="*/ 1107671 h 1123443"/>
              <a:gd name="connsiteX79" fmla="*/ 784557 w 2055097"/>
              <a:gd name="connsiteY79" fmla="*/ 1106718 h 1123443"/>
              <a:gd name="connsiteX80" fmla="*/ 728035 w 2055097"/>
              <a:gd name="connsiteY80" fmla="*/ 1098189 h 1123443"/>
              <a:gd name="connsiteX81" fmla="*/ 724731 w 2055097"/>
              <a:gd name="connsiteY81" fmla="*/ 1097927 h 1123443"/>
              <a:gd name="connsiteX82" fmla="*/ 693634 w 2055097"/>
              <a:gd name="connsiteY82" fmla="*/ 1092180 h 1123443"/>
              <a:gd name="connsiteX83" fmla="*/ 703722 w 2055097"/>
              <a:gd name="connsiteY83" fmla="*/ 1094715 h 1123443"/>
              <a:gd name="connsiteX84" fmla="*/ 674733 w 2055097"/>
              <a:gd name="connsiteY84" fmla="*/ 1089096 h 1123443"/>
              <a:gd name="connsiteX85" fmla="*/ 638468 w 2055097"/>
              <a:gd name="connsiteY85" fmla="*/ 1080988 h 1123443"/>
              <a:gd name="connsiteX86" fmla="*/ 676752 w 2055097"/>
              <a:gd name="connsiteY86" fmla="*/ 1088979 h 1123443"/>
              <a:gd name="connsiteX87" fmla="*/ 629662 w 2055097"/>
              <a:gd name="connsiteY87" fmla="*/ 1078740 h 1123443"/>
              <a:gd name="connsiteX88" fmla="*/ 617931 w 2055097"/>
              <a:gd name="connsiteY88" fmla="*/ 1075647 h 1123443"/>
              <a:gd name="connsiteX89" fmla="*/ 634881 w 2055097"/>
              <a:gd name="connsiteY89" fmla="*/ 1080019 h 1123443"/>
              <a:gd name="connsiteX90" fmla="*/ 617257 w 2055097"/>
              <a:gd name="connsiteY90" fmla="*/ 1076045 h 1123443"/>
              <a:gd name="connsiteX91" fmla="*/ 604472 w 2055097"/>
              <a:gd name="connsiteY91" fmla="*/ 1073082 h 1123443"/>
              <a:gd name="connsiteX92" fmla="*/ 569719 w 2055097"/>
              <a:gd name="connsiteY92" fmla="*/ 1063549 h 1123443"/>
              <a:gd name="connsiteX93" fmla="*/ 572269 w 2055097"/>
              <a:gd name="connsiteY93" fmla="*/ 1064467 h 1123443"/>
              <a:gd name="connsiteX94" fmla="*/ 555892 w 2055097"/>
              <a:gd name="connsiteY94" fmla="*/ 1059868 h 1123443"/>
              <a:gd name="connsiteX95" fmla="*/ 559048 w 2055097"/>
              <a:gd name="connsiteY95" fmla="*/ 1060995 h 1123443"/>
              <a:gd name="connsiteX96" fmla="*/ 556805 w 2055097"/>
              <a:gd name="connsiteY96" fmla="*/ 1059905 h 1123443"/>
              <a:gd name="connsiteX97" fmla="*/ 537530 w 2055097"/>
              <a:gd name="connsiteY97" fmla="*/ 1054013 h 1123443"/>
              <a:gd name="connsiteX98" fmla="*/ 518311 w 2055097"/>
              <a:gd name="connsiteY98" fmla="*/ 1048255 h 1123443"/>
              <a:gd name="connsiteX99" fmla="*/ 489595 w 2055097"/>
              <a:gd name="connsiteY99" fmla="*/ 1039449 h 1123443"/>
              <a:gd name="connsiteX100" fmla="*/ 462767 w 2055097"/>
              <a:gd name="connsiteY100" fmla="*/ 1029672 h 1123443"/>
              <a:gd name="connsiteX101" fmla="*/ 434034 w 2055097"/>
              <a:gd name="connsiteY101" fmla="*/ 1019013 h 1123443"/>
              <a:gd name="connsiteX102" fmla="*/ 458156 w 2055097"/>
              <a:gd name="connsiteY102" fmla="*/ 1028128 h 1123443"/>
              <a:gd name="connsiteX103" fmla="*/ 427310 w 2055097"/>
              <a:gd name="connsiteY103" fmla="*/ 1016356 h 1123443"/>
              <a:gd name="connsiteX104" fmla="*/ 389170 w 2055097"/>
              <a:gd name="connsiteY104" fmla="*/ 1000565 h 1123443"/>
              <a:gd name="connsiteX105" fmla="*/ 374590 w 2055097"/>
              <a:gd name="connsiteY105" fmla="*/ 994017 h 1123443"/>
              <a:gd name="connsiteX106" fmla="*/ 408438 w 2055097"/>
              <a:gd name="connsiteY106" fmla="*/ 1009125 h 1123443"/>
              <a:gd name="connsiteX107" fmla="*/ 346031 w 2055097"/>
              <a:gd name="connsiteY107" fmla="*/ 980923 h 1123443"/>
              <a:gd name="connsiteX108" fmla="*/ 366680 w 2055097"/>
              <a:gd name="connsiteY108" fmla="*/ 990413 h 1123443"/>
              <a:gd name="connsiteX109" fmla="*/ 263167 w 2055097"/>
              <a:gd name="connsiteY109" fmla="*/ 935125 h 1123443"/>
              <a:gd name="connsiteX110" fmla="*/ 236057 w 2055097"/>
              <a:gd name="connsiteY110" fmla="*/ 917752 h 1123443"/>
              <a:gd name="connsiteX111" fmla="*/ 224013 w 2055097"/>
              <a:gd name="connsiteY111" fmla="*/ 909318 h 1123443"/>
              <a:gd name="connsiteX112" fmla="*/ 173222 w 2055097"/>
              <a:gd name="connsiteY112" fmla="*/ 871000 h 1123443"/>
              <a:gd name="connsiteX113" fmla="*/ 162336 w 2055097"/>
              <a:gd name="connsiteY113" fmla="*/ 861639 h 1123443"/>
              <a:gd name="connsiteX114" fmla="*/ 158079 w 2055097"/>
              <a:gd name="connsiteY114" fmla="*/ 858339 h 1123443"/>
              <a:gd name="connsiteX115" fmla="*/ 109624 w 2055097"/>
              <a:gd name="connsiteY115" fmla="*/ 810759 h 1123443"/>
              <a:gd name="connsiteX116" fmla="*/ 122380 w 2055097"/>
              <a:gd name="connsiteY116" fmla="*/ 823924 h 1123443"/>
              <a:gd name="connsiteX117" fmla="*/ 83864 w 2055097"/>
              <a:gd name="connsiteY117" fmla="*/ 779986 h 1123443"/>
              <a:gd name="connsiteX118" fmla="*/ 79368 w 2055097"/>
              <a:gd name="connsiteY118" fmla="*/ 773910 h 1123443"/>
              <a:gd name="connsiteX119" fmla="*/ 62575 w 2055097"/>
              <a:gd name="connsiteY119" fmla="*/ 750534 h 1123443"/>
              <a:gd name="connsiteX120" fmla="*/ 103640 w 2055097"/>
              <a:gd name="connsiteY120" fmla="*/ 804189 h 1123443"/>
              <a:gd name="connsiteX121" fmla="*/ 91987 w 2055097"/>
              <a:gd name="connsiteY121" fmla="*/ 790722 h 1123443"/>
              <a:gd name="connsiteX122" fmla="*/ 562 w 2055097"/>
              <a:gd name="connsiteY122" fmla="*/ 576486 h 1123443"/>
              <a:gd name="connsiteX123" fmla="*/ 40664 w 2055097"/>
              <a:gd name="connsiteY123" fmla="*/ 713784 h 1123443"/>
              <a:gd name="connsiteX124" fmla="*/ 53515 w 2055097"/>
              <a:gd name="connsiteY124" fmla="*/ 736141 h 1123443"/>
              <a:gd name="connsiteX125" fmla="*/ 6098 w 2055097"/>
              <a:gd name="connsiteY125" fmla="*/ 616505 h 1123443"/>
              <a:gd name="connsiteX126" fmla="*/ 6028 w 2055097"/>
              <a:gd name="connsiteY126" fmla="*/ 615161 h 1123443"/>
              <a:gd name="connsiteX127" fmla="*/ 691 w 2055097"/>
              <a:gd name="connsiteY127" fmla="*/ 573724 h 1123443"/>
              <a:gd name="connsiteX128" fmla="*/ 1829 w 2055097"/>
              <a:gd name="connsiteY128" fmla="*/ 584054 h 1123443"/>
              <a:gd name="connsiteX129" fmla="*/ 88 w 2055097"/>
              <a:gd name="connsiteY129" fmla="*/ 557508 h 1123443"/>
              <a:gd name="connsiteX130" fmla="*/ 87 w 2055097"/>
              <a:gd name="connsiteY130" fmla="*/ 553956 h 1123443"/>
              <a:gd name="connsiteX131" fmla="*/ 9322 w 2055097"/>
              <a:gd name="connsiteY131" fmla="*/ 479530 h 1123443"/>
              <a:gd name="connsiteX132" fmla="*/ 2227 w 2055097"/>
              <a:gd name="connsiteY132" fmla="*/ 516148 h 1123443"/>
              <a:gd name="connsiteX133" fmla="*/ 35537 w 2055097"/>
              <a:gd name="connsiteY133" fmla="*/ 408999 h 1123443"/>
              <a:gd name="connsiteX134" fmla="*/ 36836 w 2055097"/>
              <a:gd name="connsiteY134" fmla="*/ 406131 h 1123443"/>
              <a:gd name="connsiteX135" fmla="*/ 49089 w 2055097"/>
              <a:gd name="connsiteY135" fmla="*/ 384991 h 1123443"/>
              <a:gd name="connsiteX136" fmla="*/ 69745 w 2055097"/>
              <a:gd name="connsiteY136" fmla="*/ 354814 h 1123443"/>
              <a:gd name="connsiteX137" fmla="*/ 66616 w 2055097"/>
              <a:gd name="connsiteY137" fmla="*/ 359405 h 1123443"/>
              <a:gd name="connsiteX138" fmla="*/ 57127 w 2055097"/>
              <a:gd name="connsiteY138" fmla="*/ 372665 h 1123443"/>
              <a:gd name="connsiteX139" fmla="*/ 51147 w 2055097"/>
              <a:gd name="connsiteY139" fmla="*/ 382058 h 1123443"/>
              <a:gd name="connsiteX140" fmla="*/ 42543 w 2055097"/>
              <a:gd name="connsiteY140" fmla="*/ 396271 h 1123443"/>
              <a:gd name="connsiteX141" fmla="*/ 40124 w 2055097"/>
              <a:gd name="connsiteY141" fmla="*/ 400964 h 1123443"/>
              <a:gd name="connsiteX142" fmla="*/ 29412 w 2055097"/>
              <a:gd name="connsiteY142" fmla="*/ 422285 h 1123443"/>
              <a:gd name="connsiteX143" fmla="*/ 73051 w 2055097"/>
              <a:gd name="connsiteY143" fmla="*/ 351064 h 1123443"/>
              <a:gd name="connsiteX144" fmla="*/ 139148 w 2055097"/>
              <a:gd name="connsiteY144" fmla="*/ 281612 h 1123443"/>
              <a:gd name="connsiteX145" fmla="*/ 108451 w 2055097"/>
              <a:gd name="connsiteY145" fmla="*/ 310274 h 1123443"/>
              <a:gd name="connsiteX146" fmla="*/ 156902 w 2055097"/>
              <a:gd name="connsiteY146" fmla="*/ 266957 h 1123443"/>
              <a:gd name="connsiteX147" fmla="*/ 435127 w 2055097"/>
              <a:gd name="connsiteY147" fmla="*/ 123165 h 1123443"/>
              <a:gd name="connsiteX148" fmla="*/ 472527 w 2055097"/>
              <a:gd name="connsiteY148" fmla="*/ 111444 h 1123443"/>
              <a:gd name="connsiteX149" fmla="*/ 449773 w 2055097"/>
              <a:gd name="connsiteY149" fmla="*/ 118312 h 1123443"/>
              <a:gd name="connsiteX150" fmla="*/ 542953 w 2055097"/>
              <a:gd name="connsiteY150" fmla="*/ 91858 h 1123443"/>
              <a:gd name="connsiteX151" fmla="*/ 563156 w 2055097"/>
              <a:gd name="connsiteY151" fmla="*/ 86695 h 1123443"/>
              <a:gd name="connsiteX152" fmla="*/ 588837 w 2055097"/>
              <a:gd name="connsiteY152" fmla="*/ 81038 h 1123443"/>
              <a:gd name="connsiteX153" fmla="*/ 605204 w 2055097"/>
              <a:gd name="connsiteY153" fmla="*/ 77532 h 1123443"/>
              <a:gd name="connsiteX154" fmla="*/ 611122 w 2055097"/>
              <a:gd name="connsiteY154" fmla="*/ 76434 h 1123443"/>
              <a:gd name="connsiteX155" fmla="*/ 625138 w 2055097"/>
              <a:gd name="connsiteY155" fmla="*/ 73718 h 1123443"/>
              <a:gd name="connsiteX156" fmla="*/ 616549 w 2055097"/>
              <a:gd name="connsiteY156" fmla="*/ 75464 h 1123443"/>
              <a:gd name="connsiteX157" fmla="*/ 629376 w 2055097"/>
              <a:gd name="connsiteY157" fmla="*/ 73192 h 1123443"/>
              <a:gd name="connsiteX158" fmla="*/ 626152 w 2055097"/>
              <a:gd name="connsiteY158" fmla="*/ 73737 h 1123443"/>
              <a:gd name="connsiteX159" fmla="*/ 641776 w 2055097"/>
              <a:gd name="connsiteY159" fmla="*/ 70806 h 1123443"/>
              <a:gd name="connsiteX160" fmla="*/ 706372 w 2055097"/>
              <a:gd name="connsiteY160" fmla="*/ 60052 h 1123443"/>
              <a:gd name="connsiteX161" fmla="*/ 711741 w 2055097"/>
              <a:gd name="connsiteY161" fmla="*/ 59495 h 1123443"/>
              <a:gd name="connsiteX162" fmla="*/ 760106 w 2055097"/>
              <a:gd name="connsiteY162" fmla="*/ 53138 h 1123443"/>
              <a:gd name="connsiteX163" fmla="*/ 712181 w 2055097"/>
              <a:gd name="connsiteY163" fmla="*/ 59556 h 1123443"/>
              <a:gd name="connsiteX164" fmla="*/ 782462 w 2055097"/>
              <a:gd name="connsiteY164" fmla="*/ 50451 h 1123443"/>
              <a:gd name="connsiteX165" fmla="*/ 789359 w 2055097"/>
              <a:gd name="connsiteY165" fmla="*/ 49970 h 1123443"/>
              <a:gd name="connsiteX166" fmla="*/ 805389 w 2055097"/>
              <a:gd name="connsiteY166" fmla="*/ 48097 h 1123443"/>
              <a:gd name="connsiteX167" fmla="*/ 852847 w 2055097"/>
              <a:gd name="connsiteY167" fmla="*/ 43881 h 1123443"/>
              <a:gd name="connsiteX168" fmla="*/ 860425 w 2055097"/>
              <a:gd name="connsiteY168" fmla="*/ 43435 h 1123443"/>
              <a:gd name="connsiteX169" fmla="*/ 898612 w 2055097"/>
              <a:gd name="connsiteY169" fmla="*/ 41021 h 1123443"/>
              <a:gd name="connsiteX170" fmla="*/ 897408 w 2055097"/>
              <a:gd name="connsiteY170" fmla="*/ 41225 h 1123443"/>
              <a:gd name="connsiteX171" fmla="*/ 927328 w 2055097"/>
              <a:gd name="connsiteY171" fmla="*/ 39777 h 1123443"/>
              <a:gd name="connsiteX172" fmla="*/ 924281 w 2055097"/>
              <a:gd name="connsiteY172" fmla="*/ 39766 h 1123443"/>
              <a:gd name="connsiteX173" fmla="*/ 954293 w 2055097"/>
              <a:gd name="connsiteY173" fmla="*/ 38666 h 1123443"/>
              <a:gd name="connsiteX174" fmla="*/ 929954 w 2055097"/>
              <a:gd name="connsiteY174" fmla="*/ 39367 h 1123443"/>
              <a:gd name="connsiteX175" fmla="*/ 977941 w 2055097"/>
              <a:gd name="connsiteY175" fmla="*/ 37845 h 1123443"/>
              <a:gd name="connsiteX176" fmla="*/ 956483 w 2055097"/>
              <a:gd name="connsiteY176" fmla="*/ 38356 h 1123443"/>
              <a:gd name="connsiteX177" fmla="*/ 978820 w 2055097"/>
              <a:gd name="connsiteY177" fmla="*/ 37818 h 1123443"/>
              <a:gd name="connsiteX178" fmla="*/ 984603 w 2055097"/>
              <a:gd name="connsiteY178" fmla="*/ 37551 h 1123443"/>
              <a:gd name="connsiteX179" fmla="*/ 996740 w 2055097"/>
              <a:gd name="connsiteY179" fmla="*/ 37353 h 1123443"/>
              <a:gd name="connsiteX180" fmla="*/ 989244 w 2055097"/>
              <a:gd name="connsiteY180" fmla="*/ 37337 h 1123443"/>
              <a:gd name="connsiteX181" fmla="*/ 1023572 w 2055097"/>
              <a:gd name="connsiteY181" fmla="*/ 37122 h 1123443"/>
              <a:gd name="connsiteX182" fmla="*/ 1004940 w 2055097"/>
              <a:gd name="connsiteY182" fmla="*/ 37324 h 1123443"/>
              <a:gd name="connsiteX183" fmla="*/ 1024753 w 2055097"/>
              <a:gd name="connsiteY183" fmla="*/ 37439 h 1123443"/>
              <a:gd name="connsiteX184" fmla="*/ 1006407 w 2055097"/>
              <a:gd name="connsiteY184" fmla="*/ 37618 h 1123443"/>
              <a:gd name="connsiteX185" fmla="*/ 1022742 w 2055097"/>
              <a:gd name="connsiteY185" fmla="*/ 37652 h 1123443"/>
              <a:gd name="connsiteX186" fmla="*/ 953063 w 2055097"/>
              <a:gd name="connsiteY186" fmla="*/ 38818 h 1123443"/>
              <a:gd name="connsiteX187" fmla="*/ 1016520 w 2055097"/>
              <a:gd name="connsiteY187" fmla="*/ 38094 h 1123443"/>
              <a:gd name="connsiteX188" fmla="*/ 1003601 w 2055097"/>
              <a:gd name="connsiteY188" fmla="*/ 38382 h 1123443"/>
              <a:gd name="connsiteX189" fmla="*/ 1024909 w 2055097"/>
              <a:gd name="connsiteY189" fmla="*/ 38314 h 1123443"/>
              <a:gd name="connsiteX190" fmla="*/ 1025736 w 2055097"/>
              <a:gd name="connsiteY190" fmla="*/ 38335 h 1123443"/>
              <a:gd name="connsiteX191" fmla="*/ 1025736 w 2055097"/>
              <a:gd name="connsiteY191" fmla="*/ 38335 h 1123443"/>
              <a:gd name="connsiteX192" fmla="*/ 1025736 w 2055097"/>
              <a:gd name="connsiteY192" fmla="*/ 38335 h 1123443"/>
              <a:gd name="connsiteX193" fmla="*/ 1025736 w 2055097"/>
              <a:gd name="connsiteY193" fmla="*/ 38335 h 1123443"/>
              <a:gd name="connsiteX194" fmla="*/ 997851 w 2055097"/>
              <a:gd name="connsiteY194" fmla="*/ 38594 h 1123443"/>
              <a:gd name="connsiteX195" fmla="*/ 1007400 w 2055097"/>
              <a:gd name="connsiteY195" fmla="*/ 38837 h 1123443"/>
              <a:gd name="connsiteX196" fmla="*/ 994494 w 2055097"/>
              <a:gd name="connsiteY196" fmla="*/ 39103 h 1123443"/>
              <a:gd name="connsiteX197" fmla="*/ 1018048 w 2055097"/>
              <a:gd name="connsiteY197" fmla="*/ 39034 h 1123443"/>
              <a:gd name="connsiteX198" fmla="*/ 991444 w 2055097"/>
              <a:gd name="connsiteY198" fmla="*/ 39370 h 1123443"/>
              <a:gd name="connsiteX199" fmla="*/ 1006942 w 2055097"/>
              <a:gd name="connsiteY199" fmla="*/ 39347 h 1123443"/>
              <a:gd name="connsiteX200" fmla="*/ 990912 w 2055097"/>
              <a:gd name="connsiteY200" fmla="*/ 39690 h 1123443"/>
              <a:gd name="connsiteX201" fmla="*/ 995752 w 2055097"/>
              <a:gd name="connsiteY201" fmla="*/ 39750 h 1123443"/>
              <a:gd name="connsiteX202" fmla="*/ 965922 w 2055097"/>
              <a:gd name="connsiteY202" fmla="*/ 40325 h 1123443"/>
              <a:gd name="connsiteX203" fmla="*/ 969402 w 2055097"/>
              <a:gd name="connsiteY203" fmla="*/ 40355 h 1123443"/>
              <a:gd name="connsiteX204" fmla="*/ 960389 w 2055097"/>
              <a:gd name="connsiteY204" fmla="*/ 40617 h 1123443"/>
              <a:gd name="connsiteX205" fmla="*/ 995144 w 2055097"/>
              <a:gd name="connsiteY205" fmla="*/ 40272 h 1123443"/>
              <a:gd name="connsiteX206" fmla="*/ 992250 w 2055097"/>
              <a:gd name="connsiteY206" fmla="*/ 40630 h 1123443"/>
              <a:gd name="connsiteX207" fmla="*/ 1000891 w 2055097"/>
              <a:gd name="connsiteY207" fmla="*/ 40494 h 1123443"/>
              <a:gd name="connsiteX208" fmla="*/ 1011805 w 2055097"/>
              <a:gd name="connsiteY208" fmla="*/ 40600 h 1123443"/>
              <a:gd name="connsiteX209" fmla="*/ 995539 w 2055097"/>
              <a:gd name="connsiteY209" fmla="*/ 41140 h 1123443"/>
              <a:gd name="connsiteX210" fmla="*/ 968953 w 2055097"/>
              <a:gd name="connsiteY210" fmla="*/ 41777 h 1123443"/>
              <a:gd name="connsiteX211" fmla="*/ 981058 w 2055097"/>
              <a:gd name="connsiteY211" fmla="*/ 41576 h 1123443"/>
              <a:gd name="connsiteX212" fmla="*/ 966413 w 2055097"/>
              <a:gd name="connsiteY212" fmla="*/ 42120 h 1123443"/>
              <a:gd name="connsiteX213" fmla="*/ 991651 w 2055097"/>
              <a:gd name="connsiteY213" fmla="*/ 41619 h 1123443"/>
              <a:gd name="connsiteX214" fmla="*/ 991596 w 2055097"/>
              <a:gd name="connsiteY214" fmla="*/ 41800 h 1123443"/>
              <a:gd name="connsiteX215" fmla="*/ 1006461 w 2055097"/>
              <a:gd name="connsiteY215" fmla="*/ 41653 h 1123443"/>
              <a:gd name="connsiteX216" fmla="*/ 985298 w 2055097"/>
              <a:gd name="connsiteY216" fmla="*/ 42127 h 1123443"/>
              <a:gd name="connsiteX217" fmla="*/ 991140 w 2055097"/>
              <a:gd name="connsiteY217" fmla="*/ 42126 h 1123443"/>
              <a:gd name="connsiteX218" fmla="*/ 978287 w 2055097"/>
              <a:gd name="connsiteY218" fmla="*/ 42549 h 1123443"/>
              <a:gd name="connsiteX219" fmla="*/ 989304 w 2055097"/>
              <a:gd name="connsiteY219" fmla="*/ 42350 h 1123443"/>
              <a:gd name="connsiteX220" fmla="*/ 974950 w 2055097"/>
              <a:gd name="connsiteY220" fmla="*/ 42812 h 1123443"/>
              <a:gd name="connsiteX221" fmla="*/ 973847 w 2055097"/>
              <a:gd name="connsiteY221" fmla="*/ 42984 h 1123443"/>
              <a:gd name="connsiteX222" fmla="*/ 1015611 w 2055097"/>
              <a:gd name="connsiteY222" fmla="*/ 42411 h 1123443"/>
              <a:gd name="connsiteX223" fmla="*/ 1003530 w 2055097"/>
              <a:gd name="connsiteY223" fmla="*/ 42891 h 1123443"/>
              <a:gd name="connsiteX224" fmla="*/ 982739 w 2055097"/>
              <a:gd name="connsiteY224" fmla="*/ 43408 h 1123443"/>
              <a:gd name="connsiteX225" fmla="*/ 965730 w 2055097"/>
              <a:gd name="connsiteY225" fmla="*/ 44059 h 1123443"/>
              <a:gd name="connsiteX226" fmla="*/ 977817 w 2055097"/>
              <a:gd name="connsiteY226" fmla="*/ 43838 h 1123443"/>
              <a:gd name="connsiteX227" fmla="*/ 977074 w 2055097"/>
              <a:gd name="connsiteY227" fmla="*/ 43937 h 1123443"/>
              <a:gd name="connsiteX228" fmla="*/ 870617 w 2055097"/>
              <a:gd name="connsiteY228" fmla="*/ 49073 h 1123443"/>
              <a:gd name="connsiteX229" fmla="*/ 832671 w 2055097"/>
              <a:gd name="connsiteY229" fmla="*/ 52397 h 1123443"/>
              <a:gd name="connsiteX230" fmla="*/ 827618 w 2055097"/>
              <a:gd name="connsiteY230" fmla="*/ 52709 h 1123443"/>
              <a:gd name="connsiteX231" fmla="*/ 786343 w 2055097"/>
              <a:gd name="connsiteY231" fmla="*/ 57112 h 1123443"/>
              <a:gd name="connsiteX232" fmla="*/ 785695 w 2055097"/>
              <a:gd name="connsiteY232" fmla="*/ 56997 h 1123443"/>
              <a:gd name="connsiteX233" fmla="*/ 714425 w 2055097"/>
              <a:gd name="connsiteY233" fmla="*/ 66377 h 1123443"/>
              <a:gd name="connsiteX234" fmla="*/ 725228 w 2055097"/>
              <a:gd name="connsiteY234" fmla="*/ 65026 h 1123443"/>
              <a:gd name="connsiteX235" fmla="*/ 703523 w 2055097"/>
              <a:gd name="connsiteY235" fmla="*/ 68047 h 1123443"/>
              <a:gd name="connsiteX236" fmla="*/ 434912 w 2055097"/>
              <a:gd name="connsiteY236" fmla="*/ 133155 h 1123443"/>
              <a:gd name="connsiteX237" fmla="*/ 494855 w 2055097"/>
              <a:gd name="connsiteY237" fmla="*/ 114202 h 1123443"/>
              <a:gd name="connsiteX238" fmla="*/ 394158 w 2055097"/>
              <a:gd name="connsiteY238" fmla="*/ 148185 h 1123443"/>
              <a:gd name="connsiteX239" fmla="*/ 420969 w 2055097"/>
              <a:gd name="connsiteY239" fmla="*/ 138427 h 1123443"/>
              <a:gd name="connsiteX240" fmla="*/ 350775 w 2055097"/>
              <a:gd name="connsiteY240" fmla="*/ 166105 h 1123443"/>
              <a:gd name="connsiteX241" fmla="*/ 356925 w 2055097"/>
              <a:gd name="connsiteY241" fmla="*/ 163648 h 1123443"/>
              <a:gd name="connsiteX242" fmla="*/ 345995 w 2055097"/>
              <a:gd name="connsiteY242" fmla="*/ 168229 h 1123443"/>
              <a:gd name="connsiteX243" fmla="*/ 315381 w 2055097"/>
              <a:gd name="connsiteY243" fmla="*/ 182231 h 1123443"/>
              <a:gd name="connsiteX244" fmla="*/ 309595 w 2055097"/>
              <a:gd name="connsiteY244" fmla="*/ 185220 h 1123443"/>
              <a:gd name="connsiteX245" fmla="*/ 272740 w 2055097"/>
              <a:gd name="connsiteY245" fmla="*/ 204357 h 1123443"/>
              <a:gd name="connsiteX246" fmla="*/ 286977 w 2055097"/>
              <a:gd name="connsiteY246" fmla="*/ 196897 h 1123443"/>
              <a:gd name="connsiteX247" fmla="*/ 308608 w 2055097"/>
              <a:gd name="connsiteY247" fmla="*/ 185776 h 1123443"/>
              <a:gd name="connsiteX248" fmla="*/ 336485 w 2055097"/>
              <a:gd name="connsiteY248" fmla="*/ 172823 h 1123443"/>
              <a:gd name="connsiteX249" fmla="*/ 290136 w 2055097"/>
              <a:gd name="connsiteY249" fmla="*/ 195372 h 1123443"/>
              <a:gd name="connsiteX250" fmla="*/ 337743 w 2055097"/>
              <a:gd name="connsiteY250" fmla="*/ 172419 h 1123443"/>
              <a:gd name="connsiteX251" fmla="*/ 352830 w 2055097"/>
              <a:gd name="connsiteY251" fmla="*/ 165838 h 1123443"/>
              <a:gd name="connsiteX252" fmla="*/ 366803 w 2055097"/>
              <a:gd name="connsiteY252" fmla="*/ 160049 h 1123443"/>
              <a:gd name="connsiteX253" fmla="*/ 393341 w 2055097"/>
              <a:gd name="connsiteY253" fmla="*/ 149415 h 1123443"/>
              <a:gd name="connsiteX254" fmla="*/ 432547 w 2055097"/>
              <a:gd name="connsiteY254" fmla="*/ 135147 h 1123443"/>
              <a:gd name="connsiteX255" fmla="*/ 372822 w 2055097"/>
              <a:gd name="connsiteY255" fmla="*/ 157742 h 1123443"/>
              <a:gd name="connsiteX256" fmla="*/ 376274 w 2055097"/>
              <a:gd name="connsiteY256" fmla="*/ 156446 h 1123443"/>
              <a:gd name="connsiteX257" fmla="*/ 360642 w 2055097"/>
              <a:gd name="connsiteY257" fmla="*/ 162888 h 1123443"/>
              <a:gd name="connsiteX258" fmla="*/ 363091 w 2055097"/>
              <a:gd name="connsiteY258" fmla="*/ 161756 h 1123443"/>
              <a:gd name="connsiteX259" fmla="*/ 328014 w 2055097"/>
              <a:gd name="connsiteY259" fmla="*/ 177172 h 1123443"/>
              <a:gd name="connsiteX260" fmla="*/ 243244 w 2055097"/>
              <a:gd name="connsiteY260" fmla="*/ 221779 h 1123443"/>
              <a:gd name="connsiteX261" fmla="*/ 213756 w 2055097"/>
              <a:gd name="connsiteY261" fmla="*/ 240460 h 1123443"/>
              <a:gd name="connsiteX262" fmla="*/ 203060 w 2055097"/>
              <a:gd name="connsiteY262" fmla="*/ 247473 h 1123443"/>
              <a:gd name="connsiteX263" fmla="*/ 187436 w 2055097"/>
              <a:gd name="connsiteY263" fmla="*/ 258730 h 1123443"/>
              <a:gd name="connsiteX264" fmla="*/ 169984 w 2055097"/>
              <a:gd name="connsiteY264" fmla="*/ 272186 h 1123443"/>
              <a:gd name="connsiteX265" fmla="*/ 127413 w 2055097"/>
              <a:gd name="connsiteY265" fmla="*/ 309477 h 1123443"/>
              <a:gd name="connsiteX266" fmla="*/ 125637 w 2055097"/>
              <a:gd name="connsiteY266" fmla="*/ 311366 h 1123443"/>
              <a:gd name="connsiteX267" fmla="*/ 78888 w 2055097"/>
              <a:gd name="connsiteY267" fmla="*/ 364324 h 1123443"/>
              <a:gd name="connsiteX268" fmla="*/ 93975 w 2055097"/>
              <a:gd name="connsiteY268" fmla="*/ 345255 h 1123443"/>
              <a:gd name="connsiteX269" fmla="*/ 59569 w 2055097"/>
              <a:gd name="connsiteY269" fmla="*/ 394084 h 1123443"/>
              <a:gd name="connsiteX270" fmla="*/ 80151 w 2055097"/>
              <a:gd name="connsiteY270" fmla="*/ 363458 h 1123443"/>
              <a:gd name="connsiteX271" fmla="*/ 39267 w 2055097"/>
              <a:gd name="connsiteY271" fmla="*/ 433788 h 1123443"/>
              <a:gd name="connsiteX272" fmla="*/ 18763 w 2055097"/>
              <a:gd name="connsiteY272" fmla="*/ 502440 h 1123443"/>
              <a:gd name="connsiteX273" fmla="*/ 19471 w 2055097"/>
              <a:gd name="connsiteY273" fmla="*/ 497563 h 1123443"/>
              <a:gd name="connsiteX274" fmla="*/ 15114 w 2055097"/>
              <a:gd name="connsiteY274" fmla="*/ 530186 h 1123443"/>
              <a:gd name="connsiteX275" fmla="*/ 15780 w 2055097"/>
              <a:gd name="connsiteY275" fmla="*/ 521105 h 1123443"/>
              <a:gd name="connsiteX276" fmla="*/ 14066 w 2055097"/>
              <a:gd name="connsiteY276" fmla="*/ 553956 h 1123443"/>
              <a:gd name="connsiteX277" fmla="*/ 14195 w 2055097"/>
              <a:gd name="connsiteY277" fmla="*/ 558766 h 1123443"/>
              <a:gd name="connsiteX278" fmla="*/ 14123 w 2055097"/>
              <a:gd name="connsiteY278" fmla="*/ 553956 h 1123443"/>
              <a:gd name="connsiteX279" fmla="*/ 14634 w 2055097"/>
              <a:gd name="connsiteY279" fmla="*/ 538725 h 1123443"/>
              <a:gd name="connsiteX280" fmla="*/ 14225 w 2055097"/>
              <a:gd name="connsiteY280" fmla="*/ 550736 h 1123443"/>
              <a:gd name="connsiteX281" fmla="*/ 14266 w 2055097"/>
              <a:gd name="connsiteY281" fmla="*/ 553956 h 1123443"/>
              <a:gd name="connsiteX282" fmla="*/ 14315 w 2055097"/>
              <a:gd name="connsiteY282" fmla="*/ 553956 h 1123443"/>
              <a:gd name="connsiteX283" fmla="*/ 18078 w 2055097"/>
              <a:gd name="connsiteY283" fmla="*/ 506196 h 1123443"/>
              <a:gd name="connsiteX284" fmla="*/ 14474 w 2055097"/>
              <a:gd name="connsiteY284" fmla="*/ 553956 h 1123443"/>
              <a:gd name="connsiteX285" fmla="*/ 24768 w 2055097"/>
              <a:gd name="connsiteY285" fmla="*/ 632087 h 1123443"/>
              <a:gd name="connsiteX286" fmla="*/ 23035 w 2055097"/>
              <a:gd name="connsiteY286" fmla="*/ 626704 h 1123443"/>
              <a:gd name="connsiteX287" fmla="*/ 26109 w 2055097"/>
              <a:gd name="connsiteY287" fmla="*/ 637496 h 1123443"/>
              <a:gd name="connsiteX288" fmla="*/ 39684 w 2055097"/>
              <a:gd name="connsiteY288" fmla="*/ 676418 h 1123443"/>
              <a:gd name="connsiteX289" fmla="*/ 51682 w 2055097"/>
              <a:gd name="connsiteY289" fmla="*/ 702348 h 1123443"/>
              <a:gd name="connsiteX290" fmla="*/ 48389 w 2055097"/>
              <a:gd name="connsiteY290" fmla="*/ 695494 h 1123443"/>
              <a:gd name="connsiteX291" fmla="*/ 80278 w 2055097"/>
              <a:gd name="connsiteY291" fmla="*/ 750430 h 1123443"/>
              <a:gd name="connsiteX292" fmla="*/ 61485 w 2055097"/>
              <a:gd name="connsiteY292" fmla="*/ 721015 h 1123443"/>
              <a:gd name="connsiteX293" fmla="*/ 41383 w 2055097"/>
              <a:gd name="connsiteY293" fmla="*/ 681822 h 1123443"/>
              <a:gd name="connsiteX294" fmla="*/ 50373 w 2055097"/>
              <a:gd name="connsiteY294" fmla="*/ 702129 h 1123443"/>
              <a:gd name="connsiteX295" fmla="*/ 116065 w 2055097"/>
              <a:gd name="connsiteY295" fmla="*/ 796275 h 1123443"/>
              <a:gd name="connsiteX296" fmla="*/ 126620 w 2055097"/>
              <a:gd name="connsiteY296" fmla="*/ 807326 h 1123443"/>
              <a:gd name="connsiteX297" fmla="*/ 120109 w 2055097"/>
              <a:gd name="connsiteY297" fmla="*/ 800679 h 1123443"/>
              <a:gd name="connsiteX298" fmla="*/ 307980 w 2055097"/>
              <a:gd name="connsiteY298" fmla="*/ 943150 h 1123443"/>
              <a:gd name="connsiteX299" fmla="*/ 311174 w 2055097"/>
              <a:gd name="connsiteY299" fmla="*/ 945059 h 1123443"/>
              <a:gd name="connsiteX300" fmla="*/ 351185 w 2055097"/>
              <a:gd name="connsiteY300" fmla="*/ 965491 h 1123443"/>
              <a:gd name="connsiteX301" fmla="*/ 385062 w 2055097"/>
              <a:gd name="connsiteY301" fmla="*/ 981013 h 1123443"/>
              <a:gd name="connsiteX302" fmla="*/ 409331 w 2055097"/>
              <a:gd name="connsiteY302" fmla="*/ 991913 h 1123443"/>
              <a:gd name="connsiteX303" fmla="*/ 510348 w 2055097"/>
              <a:gd name="connsiteY303" fmla="*/ 1029412 h 1123443"/>
              <a:gd name="connsiteX304" fmla="*/ 571590 w 2055097"/>
              <a:gd name="connsiteY304" fmla="*/ 1047985 h 1123443"/>
              <a:gd name="connsiteX305" fmla="*/ 588856 w 2055097"/>
              <a:gd name="connsiteY305" fmla="*/ 1051950 h 1123443"/>
              <a:gd name="connsiteX306" fmla="*/ 669372 w 2055097"/>
              <a:gd name="connsiteY306" fmla="*/ 1070548 h 1123443"/>
              <a:gd name="connsiteX307" fmla="*/ 674965 w 2055097"/>
              <a:gd name="connsiteY307" fmla="*/ 1071843 h 1123443"/>
              <a:gd name="connsiteX308" fmla="*/ 682689 w 2055097"/>
              <a:gd name="connsiteY308" fmla="*/ 1073176 h 1123443"/>
              <a:gd name="connsiteX309" fmla="*/ 718351 w 2055097"/>
              <a:gd name="connsiteY309" fmla="*/ 1080098 h 1123443"/>
              <a:gd name="connsiteX310" fmla="*/ 730535 w 2055097"/>
              <a:gd name="connsiteY310" fmla="*/ 1082267 h 1123443"/>
              <a:gd name="connsiteX311" fmla="*/ 657334 w 2055097"/>
              <a:gd name="connsiteY311" fmla="*/ 1068545 h 1123443"/>
              <a:gd name="connsiteX312" fmla="*/ 740217 w 2055097"/>
              <a:gd name="connsiteY312" fmla="*/ 1083984 h 1123443"/>
              <a:gd name="connsiteX313" fmla="*/ 739315 w 2055097"/>
              <a:gd name="connsiteY313" fmla="*/ 1084064 h 1123443"/>
              <a:gd name="connsiteX314" fmla="*/ 739352 w 2055097"/>
              <a:gd name="connsiteY314" fmla="*/ 1084070 h 1123443"/>
              <a:gd name="connsiteX315" fmla="*/ 778286 w 2055097"/>
              <a:gd name="connsiteY315" fmla="*/ 1089519 h 1123443"/>
              <a:gd name="connsiteX316" fmla="*/ 734932 w 2055097"/>
              <a:gd name="connsiteY316" fmla="*/ 1082983 h 1123443"/>
              <a:gd name="connsiteX317" fmla="*/ 737557 w 2055097"/>
              <a:gd name="connsiteY317" fmla="*/ 1083104 h 1123443"/>
              <a:gd name="connsiteX318" fmla="*/ 793306 w 2055097"/>
              <a:gd name="connsiteY318" fmla="*/ 1091302 h 1123443"/>
              <a:gd name="connsiteX319" fmla="*/ 796132 w 2055097"/>
              <a:gd name="connsiteY319" fmla="*/ 1091509 h 1123443"/>
              <a:gd name="connsiteX320" fmla="*/ 812713 w 2055097"/>
              <a:gd name="connsiteY320" fmla="*/ 1093538 h 1123443"/>
              <a:gd name="connsiteX321" fmla="*/ 781665 w 2055097"/>
              <a:gd name="connsiteY321" fmla="*/ 1090095 h 1123443"/>
              <a:gd name="connsiteX322" fmla="*/ 902879 w 2055097"/>
              <a:gd name="connsiteY322" fmla="*/ 1101841 h 1123443"/>
              <a:gd name="connsiteX323" fmla="*/ 908287 w 2055097"/>
              <a:gd name="connsiteY323" fmla="*/ 1102361 h 1123443"/>
              <a:gd name="connsiteX324" fmla="*/ 954611 w 2055097"/>
              <a:gd name="connsiteY324" fmla="*/ 1104682 h 1123443"/>
              <a:gd name="connsiteX325" fmla="*/ 956411 w 2055097"/>
              <a:gd name="connsiteY325" fmla="*/ 1104292 h 1123443"/>
              <a:gd name="connsiteX326" fmla="*/ 1015143 w 2055097"/>
              <a:gd name="connsiteY326" fmla="*/ 1105560 h 1123443"/>
              <a:gd name="connsiteX327" fmla="*/ 990577 w 2055097"/>
              <a:gd name="connsiteY327" fmla="*/ 1105100 h 1123443"/>
              <a:gd name="connsiteX328" fmla="*/ 1025736 w 2055097"/>
              <a:gd name="connsiteY328" fmla="*/ 1105336 h 1123443"/>
              <a:gd name="connsiteX329" fmla="*/ 1025736 w 2055097"/>
              <a:gd name="connsiteY329" fmla="*/ 1105222 h 1123443"/>
              <a:gd name="connsiteX330" fmla="*/ 1015913 w 2055097"/>
              <a:gd name="connsiteY330" fmla="*/ 1105111 h 1123443"/>
              <a:gd name="connsiteX331" fmla="*/ 1013495 w 2055097"/>
              <a:gd name="connsiteY331" fmla="*/ 1105080 h 1123443"/>
              <a:gd name="connsiteX332" fmla="*/ 984140 w 2055097"/>
              <a:gd name="connsiteY332" fmla="*/ 1104464 h 1123443"/>
              <a:gd name="connsiteX333" fmla="*/ 1025736 w 2055097"/>
              <a:gd name="connsiteY333" fmla="*/ 1104782 h 1123443"/>
              <a:gd name="connsiteX334" fmla="*/ 1051030 w 2055097"/>
              <a:gd name="connsiteY334" fmla="*/ 1104889 h 1123443"/>
              <a:gd name="connsiteX335" fmla="*/ 1025736 w 2055097"/>
              <a:gd name="connsiteY335" fmla="*/ 1105089 h 1123443"/>
              <a:gd name="connsiteX336" fmla="*/ 1025736 w 2055097"/>
              <a:gd name="connsiteY336" fmla="*/ 1105191 h 1123443"/>
              <a:gd name="connsiteX337" fmla="*/ 1029144 w 2055097"/>
              <a:gd name="connsiteY337" fmla="*/ 1105244 h 1123443"/>
              <a:gd name="connsiteX338" fmla="*/ 1058775 w 2055097"/>
              <a:gd name="connsiteY338" fmla="*/ 1104927 h 1123443"/>
              <a:gd name="connsiteX339" fmla="*/ 1025736 w 2055097"/>
              <a:gd name="connsiteY339" fmla="*/ 1105802 h 1123443"/>
              <a:gd name="connsiteX340" fmla="*/ 1019676 w 2055097"/>
              <a:gd name="connsiteY340" fmla="*/ 1106046 h 1123443"/>
              <a:gd name="connsiteX341" fmla="*/ 1025736 w 2055097"/>
              <a:gd name="connsiteY341" fmla="*/ 1105951 h 1123443"/>
              <a:gd name="connsiteX342" fmla="*/ 1065065 w 2055097"/>
              <a:gd name="connsiteY342" fmla="*/ 1105393 h 1123443"/>
              <a:gd name="connsiteX343" fmla="*/ 1074451 w 2055097"/>
              <a:gd name="connsiteY343" fmla="*/ 1104904 h 1123443"/>
              <a:gd name="connsiteX344" fmla="*/ 1084283 w 2055097"/>
              <a:gd name="connsiteY344" fmla="*/ 1104784 h 1123443"/>
              <a:gd name="connsiteX345" fmla="*/ 1106902 w 2055097"/>
              <a:gd name="connsiteY345" fmla="*/ 1104103 h 1123443"/>
              <a:gd name="connsiteX346" fmla="*/ 1079046 w 2055097"/>
              <a:gd name="connsiteY346" fmla="*/ 1104665 h 1123443"/>
              <a:gd name="connsiteX347" fmla="*/ 1140414 w 2055097"/>
              <a:gd name="connsiteY347" fmla="*/ 1101657 h 1123443"/>
              <a:gd name="connsiteX348" fmla="*/ 1150975 w 2055097"/>
              <a:gd name="connsiteY348" fmla="*/ 1100666 h 1123443"/>
              <a:gd name="connsiteX349" fmla="*/ 1273364 w 2055097"/>
              <a:gd name="connsiteY349" fmla="*/ 1088275 h 1123443"/>
              <a:gd name="connsiteX350" fmla="*/ 1274255 w 2055097"/>
              <a:gd name="connsiteY350" fmla="*/ 1088473 h 1123443"/>
              <a:gd name="connsiteX351" fmla="*/ 1277813 w 2055097"/>
              <a:gd name="connsiteY351" fmla="*/ 1087578 h 1123443"/>
              <a:gd name="connsiteX352" fmla="*/ 1335878 w 2055097"/>
              <a:gd name="connsiteY352" fmla="*/ 1078423 h 1123443"/>
              <a:gd name="connsiteX353" fmla="*/ 1338634 w 2055097"/>
              <a:gd name="connsiteY353" fmla="*/ 1078343 h 1123443"/>
              <a:gd name="connsiteX354" fmla="*/ 1325373 w 2055097"/>
              <a:gd name="connsiteY354" fmla="*/ 1080882 h 1123443"/>
              <a:gd name="connsiteX355" fmla="*/ 1391164 w 2055097"/>
              <a:gd name="connsiteY355" fmla="*/ 1068464 h 1123443"/>
              <a:gd name="connsiteX356" fmla="*/ 1387831 w 2055097"/>
              <a:gd name="connsiteY356" fmla="*/ 1068921 h 1123443"/>
              <a:gd name="connsiteX357" fmla="*/ 1428805 w 2055097"/>
              <a:gd name="connsiteY357" fmla="*/ 1059773 h 1123443"/>
              <a:gd name="connsiteX358" fmla="*/ 1421702 w 2055097"/>
              <a:gd name="connsiteY358" fmla="*/ 1061112 h 1123443"/>
              <a:gd name="connsiteX359" fmla="*/ 1447690 w 2055097"/>
              <a:gd name="connsiteY359" fmla="*/ 1055001 h 1123443"/>
              <a:gd name="connsiteX360" fmla="*/ 1450588 w 2055097"/>
              <a:gd name="connsiteY360" fmla="*/ 1054018 h 1123443"/>
              <a:gd name="connsiteX361" fmla="*/ 1471987 w 2055097"/>
              <a:gd name="connsiteY361" fmla="*/ 1048599 h 1123443"/>
              <a:gd name="connsiteX362" fmla="*/ 1511668 w 2055097"/>
              <a:gd name="connsiteY362" fmla="*/ 1036991 h 1123443"/>
              <a:gd name="connsiteX363" fmla="*/ 1526468 w 2055097"/>
              <a:gd name="connsiteY363" fmla="*/ 1032041 h 1123443"/>
              <a:gd name="connsiteX364" fmla="*/ 1549710 w 2055097"/>
              <a:gd name="connsiteY364" fmla="*/ 1024305 h 1123443"/>
              <a:gd name="connsiteX365" fmla="*/ 1576393 w 2055097"/>
              <a:gd name="connsiteY365" fmla="*/ 1015487 h 1123443"/>
              <a:gd name="connsiteX366" fmla="*/ 1583585 w 2055097"/>
              <a:gd name="connsiteY366" fmla="*/ 1013169 h 1123443"/>
              <a:gd name="connsiteX367" fmla="*/ 1589001 w 2055097"/>
              <a:gd name="connsiteY367" fmla="*/ 1010994 h 1123443"/>
              <a:gd name="connsiteX368" fmla="*/ 1619003 w 2055097"/>
              <a:gd name="connsiteY368" fmla="*/ 999750 h 1123443"/>
              <a:gd name="connsiteX369" fmla="*/ 1656335 w 2055097"/>
              <a:gd name="connsiteY369" fmla="*/ 983974 h 1123443"/>
              <a:gd name="connsiteX370" fmla="*/ 1663418 w 2055097"/>
              <a:gd name="connsiteY370" fmla="*/ 981028 h 1123443"/>
              <a:gd name="connsiteX371" fmla="*/ 1691120 w 2055097"/>
              <a:gd name="connsiteY371" fmla="*/ 967985 h 1123443"/>
              <a:gd name="connsiteX372" fmla="*/ 1705411 w 2055097"/>
              <a:gd name="connsiteY372" fmla="*/ 961208 h 1123443"/>
              <a:gd name="connsiteX373" fmla="*/ 1707957 w 2055097"/>
              <a:gd name="connsiteY373" fmla="*/ 959708 h 1123443"/>
              <a:gd name="connsiteX374" fmla="*/ 1635377 w 2055097"/>
              <a:gd name="connsiteY374" fmla="*/ 992770 h 1123443"/>
              <a:gd name="connsiteX375" fmla="*/ 1678650 w 2055097"/>
              <a:gd name="connsiteY375" fmla="*/ 973485 h 1123443"/>
              <a:gd name="connsiteX376" fmla="*/ 1680024 w 2055097"/>
              <a:gd name="connsiteY376" fmla="*/ 973027 h 1123443"/>
              <a:gd name="connsiteX377" fmla="*/ 1722109 w 2055097"/>
              <a:gd name="connsiteY377" fmla="*/ 951890 h 1123443"/>
              <a:gd name="connsiteX378" fmla="*/ 1734316 w 2055097"/>
              <a:gd name="connsiteY378" fmla="*/ 945917 h 1123443"/>
              <a:gd name="connsiteX379" fmla="*/ 1718899 w 2055097"/>
              <a:gd name="connsiteY379" fmla="*/ 954302 h 1123443"/>
              <a:gd name="connsiteX380" fmla="*/ 1731924 w 2055097"/>
              <a:gd name="connsiteY380" fmla="*/ 947569 h 1123443"/>
              <a:gd name="connsiteX381" fmla="*/ 1741369 w 2055097"/>
              <a:gd name="connsiteY381" fmla="*/ 943786 h 1123443"/>
              <a:gd name="connsiteX382" fmla="*/ 1747388 w 2055097"/>
              <a:gd name="connsiteY382" fmla="*/ 940278 h 1123443"/>
              <a:gd name="connsiteX383" fmla="*/ 1785461 w 2055097"/>
              <a:gd name="connsiteY383" fmla="*/ 917842 h 1123443"/>
              <a:gd name="connsiteX384" fmla="*/ 1771247 w 2055097"/>
              <a:gd name="connsiteY384" fmla="*/ 926427 h 1123443"/>
              <a:gd name="connsiteX385" fmla="*/ 1789890 w 2055097"/>
              <a:gd name="connsiteY385" fmla="*/ 914686 h 1123443"/>
              <a:gd name="connsiteX386" fmla="*/ 1801542 w 2055097"/>
              <a:gd name="connsiteY386" fmla="*/ 907533 h 1123443"/>
              <a:gd name="connsiteX387" fmla="*/ 1838133 w 2055097"/>
              <a:gd name="connsiteY387" fmla="*/ 881922 h 1123443"/>
              <a:gd name="connsiteX388" fmla="*/ 1824999 w 2055097"/>
              <a:gd name="connsiteY388" fmla="*/ 891148 h 1123443"/>
              <a:gd name="connsiteX389" fmla="*/ 1812591 w 2055097"/>
              <a:gd name="connsiteY389" fmla="*/ 899955 h 1123443"/>
              <a:gd name="connsiteX390" fmla="*/ 1804813 w 2055097"/>
              <a:gd name="connsiteY390" fmla="*/ 904587 h 1123443"/>
              <a:gd name="connsiteX391" fmla="*/ 1795770 w 2055097"/>
              <a:gd name="connsiteY391" fmla="*/ 910663 h 1123443"/>
              <a:gd name="connsiteX392" fmla="*/ 1789334 w 2055097"/>
              <a:gd name="connsiteY392" fmla="*/ 914448 h 1123443"/>
              <a:gd name="connsiteX393" fmla="*/ 1790075 w 2055097"/>
              <a:gd name="connsiteY393" fmla="*/ 914471 h 1123443"/>
              <a:gd name="connsiteX394" fmla="*/ 1776757 w 2055097"/>
              <a:gd name="connsiteY394" fmla="*/ 922208 h 1123443"/>
              <a:gd name="connsiteX395" fmla="*/ 1762080 w 2055097"/>
              <a:gd name="connsiteY395" fmla="*/ 931091 h 1123443"/>
              <a:gd name="connsiteX396" fmla="*/ 1772914 w 2055097"/>
              <a:gd name="connsiteY396" fmla="*/ 924301 h 1123443"/>
              <a:gd name="connsiteX397" fmla="*/ 1820123 w 2055097"/>
              <a:gd name="connsiteY397" fmla="*/ 893699 h 1123443"/>
              <a:gd name="connsiteX398" fmla="*/ 1842593 w 2055097"/>
              <a:gd name="connsiteY398" fmla="*/ 877170 h 1123443"/>
              <a:gd name="connsiteX399" fmla="*/ 1868227 w 2055097"/>
              <a:gd name="connsiteY399" fmla="*/ 856435 h 1123443"/>
              <a:gd name="connsiteX400" fmla="*/ 1899354 w 2055097"/>
              <a:gd name="connsiteY400" fmla="*/ 830261 h 1123443"/>
              <a:gd name="connsiteX401" fmla="*/ 1904895 w 2055097"/>
              <a:gd name="connsiteY401" fmla="*/ 824330 h 1123443"/>
              <a:gd name="connsiteX402" fmla="*/ 1917828 w 2055097"/>
              <a:gd name="connsiteY402" fmla="*/ 811399 h 1123443"/>
              <a:gd name="connsiteX403" fmla="*/ 1924849 w 2055097"/>
              <a:gd name="connsiteY403" fmla="*/ 803615 h 1123443"/>
              <a:gd name="connsiteX404" fmla="*/ 1939217 w 2055097"/>
              <a:gd name="connsiteY404" fmla="*/ 788133 h 1123443"/>
              <a:gd name="connsiteX405" fmla="*/ 1950777 w 2055097"/>
              <a:gd name="connsiteY405" fmla="*/ 773743 h 1123443"/>
              <a:gd name="connsiteX406" fmla="*/ 1998186 w 2055097"/>
              <a:gd name="connsiteY406" fmla="*/ 701272 h 1123443"/>
              <a:gd name="connsiteX407" fmla="*/ 1990145 w 2055097"/>
              <a:gd name="connsiteY407" fmla="*/ 716728 h 1123443"/>
              <a:gd name="connsiteX408" fmla="*/ 2000578 w 2055097"/>
              <a:gd name="connsiteY408" fmla="*/ 697826 h 1123443"/>
              <a:gd name="connsiteX409" fmla="*/ 2012508 w 2055097"/>
              <a:gd name="connsiteY409" fmla="*/ 670455 h 1123443"/>
              <a:gd name="connsiteX410" fmla="*/ 2014329 w 2055097"/>
              <a:gd name="connsiteY410" fmla="*/ 665312 h 1123443"/>
              <a:gd name="connsiteX411" fmla="*/ 2027786 w 2055097"/>
              <a:gd name="connsiteY411" fmla="*/ 620531 h 1123443"/>
              <a:gd name="connsiteX412" fmla="*/ 2012137 w 2055097"/>
              <a:gd name="connsiteY412" fmla="*/ 668768 h 1123443"/>
              <a:gd name="connsiteX413" fmla="*/ 2025656 w 2055097"/>
              <a:gd name="connsiteY413" fmla="*/ 623693 h 1123443"/>
              <a:gd name="connsiteX414" fmla="*/ 2022045 w 2055097"/>
              <a:gd name="connsiteY414" fmla="*/ 638817 h 1123443"/>
              <a:gd name="connsiteX415" fmla="*/ 2020332 w 2055097"/>
              <a:gd name="connsiteY415" fmla="*/ 643693 h 1123443"/>
              <a:gd name="connsiteX416" fmla="*/ 2015131 w 2055097"/>
              <a:gd name="connsiteY416" fmla="*/ 660025 h 1123443"/>
              <a:gd name="connsiteX417" fmla="*/ 2010825 w 2055097"/>
              <a:gd name="connsiteY417" fmla="*/ 670487 h 1123443"/>
              <a:gd name="connsiteX418" fmla="*/ 2028187 w 2055097"/>
              <a:gd name="connsiteY418" fmla="*/ 611058 h 1123443"/>
              <a:gd name="connsiteX419" fmla="*/ 2032231 w 2055097"/>
              <a:gd name="connsiteY419" fmla="*/ 582462 h 1123443"/>
              <a:gd name="connsiteX420" fmla="*/ 2031922 w 2055097"/>
              <a:gd name="connsiteY420" fmla="*/ 583851 h 1123443"/>
              <a:gd name="connsiteX421" fmla="*/ 2033373 w 2055097"/>
              <a:gd name="connsiteY421" fmla="*/ 553956 h 1123443"/>
              <a:gd name="connsiteX422" fmla="*/ 2033357 w 2055097"/>
              <a:gd name="connsiteY422" fmla="*/ 551329 h 1123443"/>
              <a:gd name="connsiteX423" fmla="*/ 2030980 w 2055097"/>
              <a:gd name="connsiteY423" fmla="*/ 516298 h 1123443"/>
              <a:gd name="connsiteX424" fmla="*/ 2031212 w 2055097"/>
              <a:gd name="connsiteY424" fmla="*/ 515426 h 1123443"/>
              <a:gd name="connsiteX425" fmla="*/ 2030456 w 2055097"/>
              <a:gd name="connsiteY425" fmla="*/ 512270 h 1123443"/>
              <a:gd name="connsiteX426" fmla="*/ 2007970 w 2055097"/>
              <a:gd name="connsiteY426" fmla="*/ 431811 h 1123443"/>
              <a:gd name="connsiteX427" fmla="*/ 1957536 w 2055097"/>
              <a:gd name="connsiteY427" fmla="*/ 346280 h 1123443"/>
              <a:gd name="connsiteX428" fmla="*/ 1932442 w 2055097"/>
              <a:gd name="connsiteY428" fmla="*/ 316493 h 1123443"/>
              <a:gd name="connsiteX429" fmla="*/ 1886098 w 2055097"/>
              <a:gd name="connsiteY429" fmla="*/ 270664 h 1123443"/>
              <a:gd name="connsiteX430" fmla="*/ 1882070 w 2055097"/>
              <a:gd name="connsiteY430" fmla="*/ 267462 h 1123443"/>
              <a:gd name="connsiteX431" fmla="*/ 1881329 w 2055097"/>
              <a:gd name="connsiteY431" fmla="*/ 266503 h 1123443"/>
              <a:gd name="connsiteX432" fmla="*/ 1786911 w 2055097"/>
              <a:gd name="connsiteY432" fmla="*/ 197568 h 1123443"/>
              <a:gd name="connsiteX433" fmla="*/ 1847531 w 2055097"/>
              <a:gd name="connsiteY433" fmla="*/ 238485 h 1123443"/>
              <a:gd name="connsiteX434" fmla="*/ 1832716 w 2055097"/>
              <a:gd name="connsiteY434" fmla="*/ 227417 h 1123443"/>
              <a:gd name="connsiteX435" fmla="*/ 1805863 w 2055097"/>
              <a:gd name="connsiteY435" fmla="*/ 209275 h 1123443"/>
              <a:gd name="connsiteX436" fmla="*/ 1794458 w 2055097"/>
              <a:gd name="connsiteY436" fmla="*/ 201440 h 1123443"/>
              <a:gd name="connsiteX437" fmla="*/ 1762898 w 2055097"/>
              <a:gd name="connsiteY437" fmla="*/ 182257 h 1123443"/>
              <a:gd name="connsiteX438" fmla="*/ 1628370 w 2055097"/>
              <a:gd name="connsiteY438" fmla="*/ 117190 h 1123443"/>
              <a:gd name="connsiteX439" fmla="*/ 1633062 w 2055097"/>
              <a:gd name="connsiteY439" fmla="*/ 119367 h 1123443"/>
              <a:gd name="connsiteX440" fmla="*/ 1615623 w 2055097"/>
              <a:gd name="connsiteY440" fmla="*/ 111905 h 1123443"/>
              <a:gd name="connsiteX441" fmla="*/ 1565806 w 2055097"/>
              <a:gd name="connsiteY441" fmla="*/ 93680 h 1123443"/>
              <a:gd name="connsiteX442" fmla="*/ 1591239 w 2055097"/>
              <a:gd name="connsiteY442" fmla="*/ 103248 h 1123443"/>
              <a:gd name="connsiteX443" fmla="*/ 1555049 w 2055097"/>
              <a:gd name="connsiteY443" fmla="*/ 90637 h 1123443"/>
              <a:gd name="connsiteX444" fmla="*/ 1548290 w 2055097"/>
              <a:gd name="connsiteY444" fmla="*/ 88102 h 1123443"/>
              <a:gd name="connsiteX445" fmla="*/ 1559617 w 2055097"/>
              <a:gd name="connsiteY445" fmla="*/ 92044 h 1123443"/>
              <a:gd name="connsiteX446" fmla="*/ 1538953 w 2055097"/>
              <a:gd name="connsiteY446" fmla="*/ 84993 h 1123443"/>
              <a:gd name="connsiteX447" fmla="*/ 1495618 w 2055097"/>
              <a:gd name="connsiteY447" fmla="*/ 71633 h 1123443"/>
              <a:gd name="connsiteX448" fmla="*/ 1498380 w 2055097"/>
              <a:gd name="connsiteY448" fmla="*/ 72116 h 1123443"/>
              <a:gd name="connsiteX449" fmla="*/ 1475577 w 2055097"/>
              <a:gd name="connsiteY449" fmla="*/ 65656 h 1123443"/>
              <a:gd name="connsiteX450" fmla="*/ 1459071 w 2055097"/>
              <a:gd name="connsiteY450" fmla="*/ 61022 h 1123443"/>
              <a:gd name="connsiteX451" fmla="*/ 1466663 w 2055097"/>
              <a:gd name="connsiteY451" fmla="*/ 63120 h 1123443"/>
              <a:gd name="connsiteX452" fmla="*/ 1418644 w 2055097"/>
              <a:gd name="connsiteY452" fmla="*/ 51283 h 1123443"/>
              <a:gd name="connsiteX453" fmla="*/ 1401907 w 2055097"/>
              <a:gd name="connsiteY453" fmla="*/ 47241 h 1123443"/>
              <a:gd name="connsiteX454" fmla="*/ 1368421 w 2055097"/>
              <a:gd name="connsiteY454" fmla="*/ 40302 h 1123443"/>
              <a:gd name="connsiteX455" fmla="*/ 1304656 w 2055097"/>
              <a:gd name="connsiteY455" fmla="*/ 28934 h 1123443"/>
              <a:gd name="connsiteX456" fmla="*/ 1265541 w 2055097"/>
              <a:gd name="connsiteY456" fmla="*/ 23229 h 1123443"/>
              <a:gd name="connsiteX457" fmla="*/ 1254292 w 2055097"/>
              <a:gd name="connsiteY457" fmla="*/ 21469 h 1123443"/>
              <a:gd name="connsiteX458" fmla="*/ 1206286 w 2055097"/>
              <a:gd name="connsiteY458" fmla="*/ 15781 h 1123443"/>
              <a:gd name="connsiteX459" fmla="*/ 1201173 w 2055097"/>
              <a:gd name="connsiteY459" fmla="*/ 14851 h 1123443"/>
              <a:gd name="connsiteX460" fmla="*/ 1238940 w 2055097"/>
              <a:gd name="connsiteY460" fmla="*/ 18964 h 1123443"/>
              <a:gd name="connsiteX461" fmla="*/ 1195969 w 2055097"/>
              <a:gd name="connsiteY461" fmla="*/ 14174 h 1123443"/>
              <a:gd name="connsiteX462" fmla="*/ 1177196 w 2055097"/>
              <a:gd name="connsiteY462" fmla="*/ 12088 h 1123443"/>
              <a:gd name="connsiteX463" fmla="*/ 1150638 w 2055097"/>
              <a:gd name="connsiteY463" fmla="*/ 9841 h 1123443"/>
              <a:gd name="connsiteX464" fmla="*/ 1163159 w 2055097"/>
              <a:gd name="connsiteY464" fmla="*/ 10534 h 1123443"/>
              <a:gd name="connsiteX465" fmla="*/ 1146420 w 2055097"/>
              <a:gd name="connsiteY465" fmla="*/ 8969 h 1123443"/>
              <a:gd name="connsiteX466" fmla="*/ 1175119 w 2055097"/>
              <a:gd name="connsiteY466" fmla="*/ 11263 h 1123443"/>
              <a:gd name="connsiteX467" fmla="*/ 1162676 w 2055097"/>
              <a:gd name="connsiteY467" fmla="*/ 9775 h 1123443"/>
              <a:gd name="connsiteX468" fmla="*/ 1166806 w 2055097"/>
              <a:gd name="connsiteY468" fmla="*/ 9983 h 1123443"/>
              <a:gd name="connsiteX469" fmla="*/ 1145528 w 2055097"/>
              <a:gd name="connsiteY469" fmla="*/ 8743 h 1123443"/>
              <a:gd name="connsiteX470" fmla="*/ 1149129 w 2055097"/>
              <a:gd name="connsiteY470" fmla="*/ 8789 h 1123443"/>
              <a:gd name="connsiteX471" fmla="*/ 1128415 w 2055097"/>
              <a:gd name="connsiteY471" fmla="*/ 7394 h 1123443"/>
              <a:gd name="connsiteX472" fmla="*/ 1170082 w 2055097"/>
              <a:gd name="connsiteY472" fmla="*/ 9776 h 1123443"/>
              <a:gd name="connsiteX473" fmla="*/ 1127159 w 2055097"/>
              <a:gd name="connsiteY473" fmla="*/ 6946 h 1123443"/>
              <a:gd name="connsiteX474" fmla="*/ 1148799 w 2055097"/>
              <a:gd name="connsiteY474" fmla="*/ 8231 h 1123443"/>
              <a:gd name="connsiteX475" fmla="*/ 1141647 w 2055097"/>
              <a:gd name="connsiteY475" fmla="*/ 7571 h 1123443"/>
              <a:gd name="connsiteX476" fmla="*/ 1143294 w 2055097"/>
              <a:gd name="connsiteY476" fmla="*/ 7456 h 1123443"/>
              <a:gd name="connsiteX477" fmla="*/ 1113953 w 2055097"/>
              <a:gd name="connsiteY477" fmla="*/ 5773 h 1123443"/>
              <a:gd name="connsiteX478" fmla="*/ 1129222 w 2055097"/>
              <a:gd name="connsiteY478" fmla="*/ 6257 h 1123443"/>
              <a:gd name="connsiteX479" fmla="*/ 1122041 w 2055097"/>
              <a:gd name="connsiteY479" fmla="*/ 5685 h 1123443"/>
              <a:gd name="connsiteX480" fmla="*/ 1131799 w 2055097"/>
              <a:gd name="connsiteY480" fmla="*/ 6048 h 1123443"/>
              <a:gd name="connsiteX481" fmla="*/ 1157966 w 2055097"/>
              <a:gd name="connsiteY481" fmla="*/ 7613 h 1123443"/>
              <a:gd name="connsiteX482" fmla="*/ 1121183 w 2055097"/>
              <a:gd name="connsiteY482" fmla="*/ 5213 h 1123443"/>
              <a:gd name="connsiteX483" fmla="*/ 1124359 w 2055097"/>
              <a:gd name="connsiteY483" fmla="*/ 5260 h 1123443"/>
              <a:gd name="connsiteX484" fmla="*/ 1105928 w 2055097"/>
              <a:gd name="connsiteY484" fmla="*/ 4034 h 1123443"/>
              <a:gd name="connsiteX485" fmla="*/ 1098210 w 2055097"/>
              <a:gd name="connsiteY485" fmla="*/ 3613 h 1123443"/>
              <a:gd name="connsiteX486" fmla="*/ 1162028 w 2055097"/>
              <a:gd name="connsiteY486" fmla="*/ 6753 h 1123443"/>
              <a:gd name="connsiteX487" fmla="*/ 1087123 w 2055097"/>
              <a:gd name="connsiteY487" fmla="*/ 3042 h 1123443"/>
              <a:gd name="connsiteX488" fmla="*/ 1085912 w 2055097"/>
              <a:gd name="connsiteY488" fmla="*/ 2894 h 1123443"/>
              <a:gd name="connsiteX489" fmla="*/ 1073200 w 2055097"/>
              <a:gd name="connsiteY489" fmla="*/ 2541 h 1123443"/>
              <a:gd name="connsiteX490" fmla="*/ 1145803 w 2055097"/>
              <a:gd name="connsiteY490" fmla="*/ 5581 h 1123443"/>
              <a:gd name="connsiteX491" fmla="*/ 1130142 w 2055097"/>
              <a:gd name="connsiteY491" fmla="*/ 4508 h 1123443"/>
              <a:gd name="connsiteX492" fmla="*/ 1151388 w 2055097"/>
              <a:gd name="connsiteY492" fmla="*/ 5754 h 1123443"/>
              <a:gd name="connsiteX493" fmla="*/ 1158606 w 2055097"/>
              <a:gd name="connsiteY493" fmla="*/ 5870 h 1123443"/>
              <a:gd name="connsiteX494" fmla="*/ 1163596 w 2055097"/>
              <a:gd name="connsiteY494" fmla="*/ 6066 h 1123443"/>
              <a:gd name="connsiteX495" fmla="*/ 1134071 w 2055097"/>
              <a:gd name="connsiteY495" fmla="*/ 4206 h 1123443"/>
              <a:gd name="connsiteX496" fmla="*/ 1187302 w 2055097"/>
              <a:gd name="connsiteY496" fmla="*/ 7506 h 1123443"/>
              <a:gd name="connsiteX497" fmla="*/ 1119060 w 2055097"/>
              <a:gd name="connsiteY497" fmla="*/ 3208 h 1123443"/>
              <a:gd name="connsiteX498" fmla="*/ 1130542 w 2055097"/>
              <a:gd name="connsiteY498" fmla="*/ 3916 h 1123443"/>
              <a:gd name="connsiteX499" fmla="*/ 1091251 w 2055097"/>
              <a:gd name="connsiteY499" fmla="*/ 2510 h 1123443"/>
              <a:gd name="connsiteX500" fmla="*/ 1082311 w 2055097"/>
              <a:gd name="connsiteY500" fmla="*/ 2426 h 1123443"/>
              <a:gd name="connsiteX501" fmla="*/ 1068752 w 2055097"/>
              <a:gd name="connsiteY501" fmla="*/ 1968 h 1123443"/>
              <a:gd name="connsiteX502" fmla="*/ 1082357 w 2055097"/>
              <a:gd name="connsiteY502" fmla="*/ 2195 h 1123443"/>
              <a:gd name="connsiteX503" fmla="*/ 1069846 w 2055097"/>
              <a:gd name="connsiteY503" fmla="*/ 1870 h 1123443"/>
              <a:gd name="connsiteX504" fmla="*/ 1078978 w 2055097"/>
              <a:gd name="connsiteY504" fmla="*/ 1998 h 1123443"/>
              <a:gd name="connsiteX505" fmla="*/ 1089724 w 2055097"/>
              <a:gd name="connsiteY505" fmla="*/ 2033 h 1123443"/>
              <a:gd name="connsiteX506" fmla="*/ 1102929 w 2055097"/>
              <a:gd name="connsiteY506" fmla="*/ 2563 h 1123443"/>
              <a:gd name="connsiteX507" fmla="*/ 1116325 w 2055097"/>
              <a:gd name="connsiteY507" fmla="*/ 2995 h 1123443"/>
              <a:gd name="connsiteX508" fmla="*/ 1140977 w 2055097"/>
              <a:gd name="connsiteY508" fmla="*/ 4235 h 1123443"/>
              <a:gd name="connsiteX509" fmla="*/ 1159057 w 2055097"/>
              <a:gd name="connsiteY509" fmla="*/ 5205 h 1123443"/>
              <a:gd name="connsiteX510" fmla="*/ 1078916 w 2055097"/>
              <a:gd name="connsiteY510" fmla="*/ 1457 h 1123443"/>
              <a:gd name="connsiteX511" fmla="*/ 1116009 w 2055097"/>
              <a:gd name="connsiteY511" fmla="*/ 2375 h 1123443"/>
              <a:gd name="connsiteX512" fmla="*/ 1112660 w 2055097"/>
              <a:gd name="connsiteY512" fmla="*/ 2118 h 1123443"/>
              <a:gd name="connsiteX513" fmla="*/ 1159640 w 2055097"/>
              <a:gd name="connsiteY513" fmla="*/ 4575 h 1123443"/>
              <a:gd name="connsiteX514" fmla="*/ 1143440 w 2055097"/>
              <a:gd name="connsiteY514" fmla="*/ 3488 h 1123443"/>
              <a:gd name="connsiteX515" fmla="*/ 1165162 w 2055097"/>
              <a:gd name="connsiteY515" fmla="*/ 4625 h 1123443"/>
              <a:gd name="connsiteX516" fmla="*/ 1107283 w 2055097"/>
              <a:gd name="connsiteY516" fmla="*/ 1526 h 1123443"/>
              <a:gd name="connsiteX517" fmla="*/ 1188208 w 2055097"/>
              <a:gd name="connsiteY517" fmla="*/ 6217 h 1123443"/>
              <a:gd name="connsiteX518" fmla="*/ 1143962 w 2055097"/>
              <a:gd name="connsiteY518" fmla="*/ 2868 h 1123443"/>
              <a:gd name="connsiteX519" fmla="*/ 1229069 w 2055097"/>
              <a:gd name="connsiteY519" fmla="*/ 9538 h 1123443"/>
              <a:gd name="connsiteX520" fmla="*/ 1252556 w 2055097"/>
              <a:gd name="connsiteY520" fmla="*/ 11739 h 1123443"/>
              <a:gd name="connsiteX521" fmla="*/ 1221410 w 2055097"/>
              <a:gd name="connsiteY521" fmla="*/ 8022 h 1123443"/>
              <a:gd name="connsiteX522" fmla="*/ 1275787 w 2055097"/>
              <a:gd name="connsiteY522" fmla="*/ 13542 h 1123443"/>
              <a:gd name="connsiteX523" fmla="*/ 1302094 w 2055097"/>
              <a:gd name="connsiteY523" fmla="*/ 16940 h 1123443"/>
              <a:gd name="connsiteX524" fmla="*/ 1265517 w 2055097"/>
              <a:gd name="connsiteY524" fmla="*/ 11884 h 1123443"/>
              <a:gd name="connsiteX525" fmla="*/ 1295961 w 2055097"/>
              <a:gd name="connsiteY525" fmla="*/ 15887 h 1123443"/>
              <a:gd name="connsiteX526" fmla="*/ 1401046 w 2055097"/>
              <a:gd name="connsiteY526" fmla="*/ 32811 h 1123443"/>
              <a:gd name="connsiteX527" fmla="*/ 1397455 w 2055097"/>
              <a:gd name="connsiteY527" fmla="*/ 31965 h 1123443"/>
              <a:gd name="connsiteX528" fmla="*/ 1591810 w 2055097"/>
              <a:gd name="connsiteY528" fmla="*/ 84986 h 1123443"/>
              <a:gd name="connsiteX529" fmla="*/ 1713050 w 2055097"/>
              <a:gd name="connsiteY529" fmla="*/ 134271 h 1123443"/>
              <a:gd name="connsiteX530" fmla="*/ 1751848 w 2055097"/>
              <a:gd name="connsiteY530" fmla="*/ 154258 h 1123443"/>
              <a:gd name="connsiteX531" fmla="*/ 1743298 w 2055097"/>
              <a:gd name="connsiteY531" fmla="*/ 150018 h 1123443"/>
              <a:gd name="connsiteX532" fmla="*/ 1792375 w 2055097"/>
              <a:gd name="connsiteY532" fmla="*/ 177394 h 1123443"/>
              <a:gd name="connsiteX533" fmla="*/ 1766355 w 2055097"/>
              <a:gd name="connsiteY533" fmla="*/ 162369 h 1123443"/>
              <a:gd name="connsiteX534" fmla="*/ 1901052 w 2055097"/>
              <a:gd name="connsiteY534" fmla="*/ 255629 h 1123443"/>
              <a:gd name="connsiteX535" fmla="*/ 1892240 w 2055097"/>
              <a:gd name="connsiteY535" fmla="*/ 247720 h 1123443"/>
              <a:gd name="connsiteX536" fmla="*/ 1917519 w 2055097"/>
              <a:gd name="connsiteY536" fmla="*/ 270402 h 1123443"/>
              <a:gd name="connsiteX537" fmla="*/ 1454736 w 2055097"/>
              <a:gd name="connsiteY537" fmla="*/ 60717 h 1123443"/>
              <a:gd name="connsiteX538" fmla="*/ 1422462 w 2055097"/>
              <a:gd name="connsiteY538" fmla="*/ 52868 h 1123443"/>
              <a:gd name="connsiteX539" fmla="*/ 1396419 w 2055097"/>
              <a:gd name="connsiteY539" fmla="*/ 47038 h 1123443"/>
              <a:gd name="connsiteX540" fmla="*/ 1454736 w 2055097"/>
              <a:gd name="connsiteY540" fmla="*/ 60717 h 1123443"/>
              <a:gd name="connsiteX541" fmla="*/ 1726816 w 2055097"/>
              <a:gd name="connsiteY541" fmla="*/ 163192 h 1123443"/>
              <a:gd name="connsiteX542" fmla="*/ 1733992 w 2055097"/>
              <a:gd name="connsiteY542" fmla="*/ 166496 h 1123443"/>
              <a:gd name="connsiteX543" fmla="*/ 1726816 w 2055097"/>
              <a:gd name="connsiteY543" fmla="*/ 163192 h 1123443"/>
              <a:gd name="connsiteX544" fmla="*/ 1599048 w 2055097"/>
              <a:gd name="connsiteY544" fmla="*/ 106126 h 1123443"/>
              <a:gd name="connsiteX545" fmla="*/ 1610777 w 2055097"/>
              <a:gd name="connsiteY545" fmla="*/ 110618 h 1123443"/>
              <a:gd name="connsiteX546" fmla="*/ 1599048 w 2055097"/>
              <a:gd name="connsiteY546" fmla="*/ 106126 h 1123443"/>
              <a:gd name="connsiteX547" fmla="*/ 2033774 w 2055097"/>
              <a:gd name="connsiteY547" fmla="*/ 560609 h 1123443"/>
              <a:gd name="connsiteX548" fmla="*/ 2033758 w 2055097"/>
              <a:gd name="connsiteY548" fmla="*/ 553956 h 1123443"/>
              <a:gd name="connsiteX549" fmla="*/ 2033620 w 2055097"/>
              <a:gd name="connsiteY549" fmla="*/ 553956 h 1123443"/>
              <a:gd name="connsiteX550" fmla="*/ 2033296 w 2055097"/>
              <a:gd name="connsiteY550" fmla="*/ 565560 h 1123443"/>
              <a:gd name="connsiteX551" fmla="*/ 2033774 w 2055097"/>
              <a:gd name="connsiteY551" fmla="*/ 560609 h 1123443"/>
              <a:gd name="connsiteX552" fmla="*/ 2033851 w 2055097"/>
              <a:gd name="connsiteY552" fmla="*/ 550369 h 1123443"/>
              <a:gd name="connsiteX553" fmla="*/ 2032863 w 2055097"/>
              <a:gd name="connsiteY553" fmla="*/ 534659 h 1123443"/>
              <a:gd name="connsiteX554" fmla="*/ 2033851 w 2055097"/>
              <a:gd name="connsiteY554" fmla="*/ 550369 h 1123443"/>
              <a:gd name="connsiteX555" fmla="*/ 1684283 w 2055097"/>
              <a:gd name="connsiteY555" fmla="*/ 141930 h 1123443"/>
              <a:gd name="connsiteX556" fmla="*/ 1703297 w 2055097"/>
              <a:gd name="connsiteY556" fmla="*/ 150990 h 1123443"/>
              <a:gd name="connsiteX557" fmla="*/ 1684283 w 2055097"/>
              <a:gd name="connsiteY557" fmla="*/ 141930 h 1123443"/>
              <a:gd name="connsiteX558" fmla="*/ 1959280 w 2055097"/>
              <a:gd name="connsiteY558" fmla="*/ 348194 h 1123443"/>
              <a:gd name="connsiteX559" fmla="*/ 1927149 w 2055097"/>
              <a:gd name="connsiteY559" fmla="*/ 310112 h 1123443"/>
              <a:gd name="connsiteX560" fmla="*/ 1959280 w 2055097"/>
              <a:gd name="connsiteY560" fmla="*/ 348194 h 1123443"/>
              <a:gd name="connsiteX561" fmla="*/ 2016736 w 2055097"/>
              <a:gd name="connsiteY561" fmla="*/ 453454 h 1123443"/>
              <a:gd name="connsiteX562" fmla="*/ 2010717 w 2055097"/>
              <a:gd name="connsiteY562" fmla="*/ 437699 h 1123443"/>
              <a:gd name="connsiteX563" fmla="*/ 2016736 w 2055097"/>
              <a:gd name="connsiteY563" fmla="*/ 453454 h 1123443"/>
              <a:gd name="connsiteX564" fmla="*/ 2004513 w 2055097"/>
              <a:gd name="connsiteY564" fmla="*/ 685319 h 1123443"/>
              <a:gd name="connsiteX565" fmla="*/ 1997198 w 2055097"/>
              <a:gd name="connsiteY565" fmla="*/ 701186 h 1123443"/>
              <a:gd name="connsiteX566" fmla="*/ 2001056 w 2055097"/>
              <a:gd name="connsiteY566" fmla="*/ 692692 h 1123443"/>
              <a:gd name="connsiteX567" fmla="*/ 1997630 w 2055097"/>
              <a:gd name="connsiteY567" fmla="*/ 699456 h 1123443"/>
              <a:gd name="connsiteX568" fmla="*/ 2009498 w 2055097"/>
              <a:gd name="connsiteY568" fmla="*/ 673422 h 1123443"/>
              <a:gd name="connsiteX569" fmla="*/ 2004513 w 2055097"/>
              <a:gd name="connsiteY569" fmla="*/ 685319 h 1123443"/>
              <a:gd name="connsiteX570" fmla="*/ 1935838 w 2055097"/>
              <a:gd name="connsiteY570" fmla="*/ 790594 h 1123443"/>
              <a:gd name="connsiteX571" fmla="*/ 1919186 w 2055097"/>
              <a:gd name="connsiteY571" fmla="*/ 808671 h 1123443"/>
              <a:gd name="connsiteX572" fmla="*/ 1914942 w 2055097"/>
              <a:gd name="connsiteY572" fmla="*/ 812553 h 1123443"/>
              <a:gd name="connsiteX573" fmla="*/ 1908583 w 2055097"/>
              <a:gd name="connsiteY573" fmla="*/ 819350 h 1123443"/>
              <a:gd name="connsiteX574" fmla="*/ 1910590 w 2055097"/>
              <a:gd name="connsiteY574" fmla="*/ 816919 h 1123443"/>
              <a:gd name="connsiteX575" fmla="*/ 1895774 w 2055097"/>
              <a:gd name="connsiteY575" fmla="*/ 831047 h 1123443"/>
              <a:gd name="connsiteX576" fmla="*/ 1914803 w 2055097"/>
              <a:gd name="connsiteY576" fmla="*/ 812467 h 1123443"/>
              <a:gd name="connsiteX577" fmla="*/ 1921423 w 2055097"/>
              <a:gd name="connsiteY577" fmla="*/ 805272 h 1123443"/>
              <a:gd name="connsiteX578" fmla="*/ 1924942 w 2055097"/>
              <a:gd name="connsiteY578" fmla="*/ 802274 h 1123443"/>
              <a:gd name="connsiteX579" fmla="*/ 1935807 w 2055097"/>
              <a:gd name="connsiteY579" fmla="*/ 790620 h 1123443"/>
              <a:gd name="connsiteX580" fmla="*/ 1935838 w 2055097"/>
              <a:gd name="connsiteY580" fmla="*/ 790594 h 1123443"/>
              <a:gd name="connsiteX581" fmla="*/ 1995994 w 2055097"/>
              <a:gd name="connsiteY581" fmla="*/ 702687 h 1123443"/>
              <a:gd name="connsiteX582" fmla="*/ 1997630 w 2055097"/>
              <a:gd name="connsiteY582" fmla="*/ 699456 h 1123443"/>
              <a:gd name="connsiteX583" fmla="*/ 1995994 w 2055097"/>
              <a:gd name="connsiteY583" fmla="*/ 702687 h 1123443"/>
              <a:gd name="connsiteX584" fmla="*/ 1492145 w 2055097"/>
              <a:gd name="connsiteY584" fmla="*/ 70713 h 1123443"/>
              <a:gd name="connsiteX585" fmla="*/ 1471320 w 2055097"/>
              <a:gd name="connsiteY585" fmla="*/ 65043 h 1123443"/>
              <a:gd name="connsiteX586" fmla="*/ 1492145 w 2055097"/>
              <a:gd name="connsiteY586" fmla="*/ 70713 h 1123443"/>
              <a:gd name="connsiteX587" fmla="*/ 1990377 w 2055097"/>
              <a:gd name="connsiteY587" fmla="*/ 713861 h 1123443"/>
              <a:gd name="connsiteX588" fmla="*/ 1995994 w 2055097"/>
              <a:gd name="connsiteY588" fmla="*/ 702687 h 1123443"/>
              <a:gd name="connsiteX589" fmla="*/ 1990377 w 2055097"/>
              <a:gd name="connsiteY589" fmla="*/ 713861 h 1123443"/>
              <a:gd name="connsiteX590" fmla="*/ 1832716 w 2055097"/>
              <a:gd name="connsiteY590" fmla="*/ 227417 h 1123443"/>
              <a:gd name="connsiteX591" fmla="*/ 1833796 w 2055097"/>
              <a:gd name="connsiteY591" fmla="*/ 228392 h 1123443"/>
              <a:gd name="connsiteX592" fmla="*/ 1832716 w 2055097"/>
              <a:gd name="connsiteY592" fmla="*/ 227417 h 1123443"/>
              <a:gd name="connsiteX593" fmla="*/ 1869971 w 2055097"/>
              <a:gd name="connsiteY593" fmla="*/ 256259 h 1123443"/>
              <a:gd name="connsiteX594" fmla="*/ 1857208 w 2055097"/>
              <a:gd name="connsiteY594" fmla="*/ 245916 h 1123443"/>
              <a:gd name="connsiteX595" fmla="*/ 1869971 w 2055097"/>
              <a:gd name="connsiteY595" fmla="*/ 256259 h 1123443"/>
              <a:gd name="connsiteX596" fmla="*/ 2032786 w 2055097"/>
              <a:gd name="connsiteY596" fmla="*/ 578960 h 1123443"/>
              <a:gd name="connsiteX597" fmla="*/ 2033743 w 2055097"/>
              <a:gd name="connsiteY597" fmla="*/ 567401 h 1123443"/>
              <a:gd name="connsiteX598" fmla="*/ 2033527 w 2055097"/>
              <a:gd name="connsiteY598" fmla="*/ 566703 h 1123443"/>
              <a:gd name="connsiteX599" fmla="*/ 2029731 w 2055097"/>
              <a:gd name="connsiteY599" fmla="*/ 602921 h 1123443"/>
              <a:gd name="connsiteX600" fmla="*/ 2032786 w 2055097"/>
              <a:gd name="connsiteY600" fmla="*/ 578997 h 1123443"/>
              <a:gd name="connsiteX601" fmla="*/ 2032786 w 2055097"/>
              <a:gd name="connsiteY601" fmla="*/ 578960 h 1123443"/>
              <a:gd name="connsiteX602" fmla="*/ 1756571 w 2055097"/>
              <a:gd name="connsiteY602" fmla="*/ 932077 h 1123443"/>
              <a:gd name="connsiteX603" fmla="*/ 1778485 w 2055097"/>
              <a:gd name="connsiteY603" fmla="*/ 918938 h 1123443"/>
              <a:gd name="connsiteX604" fmla="*/ 1756571 w 2055097"/>
              <a:gd name="connsiteY604" fmla="*/ 932077 h 1123443"/>
              <a:gd name="connsiteX605" fmla="*/ 117931 w 2055097"/>
              <a:gd name="connsiteY605" fmla="*/ 319181 h 1123443"/>
              <a:gd name="connsiteX606" fmla="*/ 109046 w 2055097"/>
              <a:gd name="connsiteY606" fmla="*/ 328267 h 1123443"/>
              <a:gd name="connsiteX607" fmla="*/ 117931 w 2055097"/>
              <a:gd name="connsiteY607" fmla="*/ 319181 h 1123443"/>
              <a:gd name="connsiteX608" fmla="*/ 100228 w 2055097"/>
              <a:gd name="connsiteY608" fmla="*/ 775813 h 1123443"/>
              <a:gd name="connsiteX609" fmla="*/ 84812 w 2055097"/>
              <a:gd name="connsiteY609" fmla="*/ 756103 h 1123443"/>
              <a:gd name="connsiteX610" fmla="*/ 84345 w 2055097"/>
              <a:gd name="connsiteY610" fmla="*/ 754832 h 1123443"/>
              <a:gd name="connsiteX611" fmla="*/ 100228 w 2055097"/>
              <a:gd name="connsiteY611" fmla="*/ 775813 h 1123443"/>
              <a:gd name="connsiteX612" fmla="*/ 1984960 w 2055097"/>
              <a:gd name="connsiteY612" fmla="*/ 723688 h 1123443"/>
              <a:gd name="connsiteX613" fmla="*/ 1966826 w 2055097"/>
              <a:gd name="connsiteY613" fmla="*/ 751467 h 1123443"/>
              <a:gd name="connsiteX614" fmla="*/ 1984960 w 2055097"/>
              <a:gd name="connsiteY614" fmla="*/ 723688 h 1123443"/>
              <a:gd name="connsiteX615" fmla="*/ 22001 w 2055097"/>
              <a:gd name="connsiteY615" fmla="*/ 485112 h 1123443"/>
              <a:gd name="connsiteX616" fmla="*/ 20238 w 2055097"/>
              <a:gd name="connsiteY616" fmla="*/ 494265 h 1123443"/>
              <a:gd name="connsiteX617" fmla="*/ 22001 w 2055097"/>
              <a:gd name="connsiteY617" fmla="*/ 485112 h 1123443"/>
              <a:gd name="connsiteX618" fmla="*/ 2010764 w 2055097"/>
              <a:gd name="connsiteY618" fmla="*/ 672189 h 1123443"/>
              <a:gd name="connsiteX619" fmla="*/ 2000732 w 2055097"/>
              <a:gd name="connsiteY619" fmla="*/ 694511 h 1123443"/>
              <a:gd name="connsiteX620" fmla="*/ 2010764 w 2055097"/>
              <a:gd name="connsiteY620" fmla="*/ 672189 h 1123443"/>
              <a:gd name="connsiteX621" fmla="*/ 1770692 w 2055097"/>
              <a:gd name="connsiteY621" fmla="*/ 923922 h 1123443"/>
              <a:gd name="connsiteX622" fmla="*/ 1752280 w 2055097"/>
              <a:gd name="connsiteY622" fmla="*/ 934801 h 1123443"/>
              <a:gd name="connsiteX623" fmla="*/ 1770692 w 2055097"/>
              <a:gd name="connsiteY623" fmla="*/ 923922 h 1123443"/>
              <a:gd name="connsiteX624" fmla="*/ 15819 w 2055097"/>
              <a:gd name="connsiteY624" fmla="*/ 584318 h 1123443"/>
              <a:gd name="connsiteX625" fmla="*/ 18720 w 2055097"/>
              <a:gd name="connsiteY625" fmla="*/ 605074 h 1123443"/>
              <a:gd name="connsiteX626" fmla="*/ 15819 w 2055097"/>
              <a:gd name="connsiteY626" fmla="*/ 584318 h 1123443"/>
              <a:gd name="connsiteX627" fmla="*/ 808727 w 2055097"/>
              <a:gd name="connsiteY627" fmla="*/ 55316 h 1123443"/>
              <a:gd name="connsiteX628" fmla="*/ 777992 w 2055097"/>
              <a:gd name="connsiteY628" fmla="*/ 58869 h 1123443"/>
              <a:gd name="connsiteX629" fmla="*/ 808727 w 2055097"/>
              <a:gd name="connsiteY629" fmla="*/ 55316 h 1123443"/>
              <a:gd name="connsiteX630" fmla="*/ 40713 w 2055097"/>
              <a:gd name="connsiteY630" fmla="*/ 429526 h 1123443"/>
              <a:gd name="connsiteX631" fmla="*/ 40445 w 2055097"/>
              <a:gd name="connsiteY631" fmla="*/ 430686 h 1123443"/>
              <a:gd name="connsiteX632" fmla="*/ 49379 w 2055097"/>
              <a:gd name="connsiteY632" fmla="*/ 411693 h 1123443"/>
              <a:gd name="connsiteX633" fmla="*/ 40713 w 2055097"/>
              <a:gd name="connsiteY633" fmla="*/ 429526 h 1123443"/>
              <a:gd name="connsiteX634" fmla="*/ 34418 w 2055097"/>
              <a:gd name="connsiteY634" fmla="*/ 444412 h 1123443"/>
              <a:gd name="connsiteX635" fmla="*/ 33402 w 2055097"/>
              <a:gd name="connsiteY635" fmla="*/ 447872 h 1123443"/>
              <a:gd name="connsiteX636" fmla="*/ 34418 w 2055097"/>
              <a:gd name="connsiteY636" fmla="*/ 444412 h 1123443"/>
              <a:gd name="connsiteX637" fmla="*/ 674213 w 2055097"/>
              <a:gd name="connsiteY637" fmla="*/ 73840 h 1123443"/>
              <a:gd name="connsiteX638" fmla="*/ 732952 w 2055097"/>
              <a:gd name="connsiteY638" fmla="*/ 64558 h 1123443"/>
              <a:gd name="connsiteX639" fmla="*/ 735186 w 2055097"/>
              <a:gd name="connsiteY639" fmla="*/ 64277 h 1123443"/>
              <a:gd name="connsiteX640" fmla="*/ 753183 w 2055097"/>
              <a:gd name="connsiteY640" fmla="*/ 61898 h 1123443"/>
              <a:gd name="connsiteX641" fmla="*/ 736515 w 2055097"/>
              <a:gd name="connsiteY641" fmla="*/ 64137 h 1123443"/>
              <a:gd name="connsiteX642" fmla="*/ 735247 w 2055097"/>
              <a:gd name="connsiteY642" fmla="*/ 64300 h 1123443"/>
              <a:gd name="connsiteX643" fmla="*/ 674213 w 2055097"/>
              <a:gd name="connsiteY643" fmla="*/ 73840 h 1123443"/>
              <a:gd name="connsiteX644" fmla="*/ 555111 w 2055097"/>
              <a:gd name="connsiteY644" fmla="*/ 98713 h 1123443"/>
              <a:gd name="connsiteX645" fmla="*/ 574584 w 2055097"/>
              <a:gd name="connsiteY645" fmla="*/ 94167 h 1123443"/>
              <a:gd name="connsiteX646" fmla="*/ 567182 w 2055097"/>
              <a:gd name="connsiteY646" fmla="*/ 95790 h 1123443"/>
              <a:gd name="connsiteX647" fmla="*/ 555166 w 2055097"/>
              <a:gd name="connsiteY647" fmla="*/ 98700 h 1123443"/>
              <a:gd name="connsiteX648" fmla="*/ 555111 w 2055097"/>
              <a:gd name="connsiteY648" fmla="*/ 98713 h 1123443"/>
              <a:gd name="connsiteX649" fmla="*/ 649579 w 2055097"/>
              <a:gd name="connsiteY649" fmla="*/ 78239 h 1123443"/>
              <a:gd name="connsiteX650" fmla="*/ 666108 w 2055097"/>
              <a:gd name="connsiteY650" fmla="*/ 75221 h 1123443"/>
              <a:gd name="connsiteX651" fmla="*/ 649579 w 2055097"/>
              <a:gd name="connsiteY651" fmla="*/ 78239 h 1123443"/>
              <a:gd name="connsiteX652" fmla="*/ 1867162 w 2055097"/>
              <a:gd name="connsiteY652" fmla="*/ 857196 h 1123443"/>
              <a:gd name="connsiteX653" fmla="*/ 1872471 w 2055097"/>
              <a:gd name="connsiteY653" fmla="*/ 852483 h 1123443"/>
              <a:gd name="connsiteX654" fmla="*/ 1867162 w 2055097"/>
              <a:gd name="connsiteY654" fmla="*/ 857196 h 1123443"/>
              <a:gd name="connsiteX655" fmla="*/ 31449 w 2055097"/>
              <a:gd name="connsiteY655" fmla="*/ 452535 h 1123443"/>
              <a:gd name="connsiteX656" fmla="*/ 16781 w 2055097"/>
              <a:gd name="connsiteY656" fmla="*/ 513361 h 1123443"/>
              <a:gd name="connsiteX657" fmla="*/ 31449 w 2055097"/>
              <a:gd name="connsiteY657" fmla="*/ 452535 h 1123443"/>
              <a:gd name="connsiteX658" fmla="*/ 196311 w 2055097"/>
              <a:gd name="connsiteY658" fmla="*/ 869216 h 1123443"/>
              <a:gd name="connsiteX659" fmla="*/ 202071 w 2055097"/>
              <a:gd name="connsiteY659" fmla="*/ 873419 h 1123443"/>
              <a:gd name="connsiteX660" fmla="*/ 196311 w 2055097"/>
              <a:gd name="connsiteY660" fmla="*/ 869216 h 1123443"/>
              <a:gd name="connsiteX661" fmla="*/ 2021613 w 2055097"/>
              <a:gd name="connsiteY661" fmla="*/ 642296 h 1123443"/>
              <a:gd name="connsiteX662" fmla="*/ 2021613 w 2055097"/>
              <a:gd name="connsiteY662" fmla="*/ 643186 h 1123443"/>
              <a:gd name="connsiteX663" fmla="*/ 2021613 w 2055097"/>
              <a:gd name="connsiteY663" fmla="*/ 642296 h 1123443"/>
              <a:gd name="connsiteX664" fmla="*/ 128609 w 2055097"/>
              <a:gd name="connsiteY664" fmla="*/ 808275 h 1123443"/>
              <a:gd name="connsiteX665" fmla="*/ 114031 w 2055097"/>
              <a:gd name="connsiteY665" fmla="*/ 793110 h 1123443"/>
              <a:gd name="connsiteX666" fmla="*/ 117288 w 2055097"/>
              <a:gd name="connsiteY666" fmla="*/ 796567 h 1123443"/>
              <a:gd name="connsiteX667" fmla="*/ 124396 w 2055097"/>
              <a:gd name="connsiteY667" fmla="*/ 804118 h 1123443"/>
              <a:gd name="connsiteX668" fmla="*/ 128583 w 2055097"/>
              <a:gd name="connsiteY668" fmla="*/ 808246 h 1123443"/>
              <a:gd name="connsiteX669" fmla="*/ 128609 w 2055097"/>
              <a:gd name="connsiteY669" fmla="*/ 808275 h 1123443"/>
              <a:gd name="connsiteX670" fmla="*/ 245262 w 2055097"/>
              <a:gd name="connsiteY670" fmla="*/ 904314 h 1123443"/>
              <a:gd name="connsiteX671" fmla="*/ 199904 w 2055097"/>
              <a:gd name="connsiteY671" fmla="*/ 872425 h 1123443"/>
              <a:gd name="connsiteX672" fmla="*/ 208798 w 2055097"/>
              <a:gd name="connsiteY672" fmla="*/ 878504 h 1123443"/>
              <a:gd name="connsiteX673" fmla="*/ 235149 w 2055097"/>
              <a:gd name="connsiteY673" fmla="*/ 897573 h 1123443"/>
              <a:gd name="connsiteX674" fmla="*/ 245262 w 2055097"/>
              <a:gd name="connsiteY674" fmla="*/ 904314 h 1123443"/>
              <a:gd name="connsiteX675" fmla="*/ 165486 w 2055097"/>
              <a:gd name="connsiteY675" fmla="*/ 843766 h 1123443"/>
              <a:gd name="connsiteX676" fmla="*/ 147331 w 2055097"/>
              <a:gd name="connsiteY676" fmla="*/ 827051 h 1123443"/>
              <a:gd name="connsiteX677" fmla="*/ 165486 w 2055097"/>
              <a:gd name="connsiteY677" fmla="*/ 843766 h 1123443"/>
              <a:gd name="connsiteX678" fmla="*/ 432986 w 2055097"/>
              <a:gd name="connsiteY678" fmla="*/ 134899 h 1123443"/>
              <a:gd name="connsiteX679" fmla="*/ 449955 w 2055097"/>
              <a:gd name="connsiteY679" fmla="*/ 128969 h 1123443"/>
              <a:gd name="connsiteX680" fmla="*/ 432986 w 2055097"/>
              <a:gd name="connsiteY680" fmla="*/ 134899 h 1123443"/>
              <a:gd name="connsiteX681" fmla="*/ 1442734 w 2055097"/>
              <a:gd name="connsiteY681" fmla="*/ 56790 h 1123443"/>
              <a:gd name="connsiteX682" fmla="*/ 1421692 w 2055097"/>
              <a:gd name="connsiteY682" fmla="*/ 51818 h 1123443"/>
              <a:gd name="connsiteX683" fmla="*/ 1442734 w 2055097"/>
              <a:gd name="connsiteY683" fmla="*/ 56790 h 1123443"/>
              <a:gd name="connsiteX684" fmla="*/ 25094 w 2055097"/>
              <a:gd name="connsiteY684" fmla="*/ 635666 h 1123443"/>
              <a:gd name="connsiteX685" fmla="*/ 35882 w 2055097"/>
              <a:gd name="connsiteY685" fmla="*/ 667792 h 1123443"/>
              <a:gd name="connsiteX686" fmla="*/ 25094 w 2055097"/>
              <a:gd name="connsiteY686" fmla="*/ 635666 h 1123443"/>
              <a:gd name="connsiteX687" fmla="*/ 60256 w 2055097"/>
              <a:gd name="connsiteY687" fmla="*/ 392074 h 1123443"/>
              <a:gd name="connsiteX688" fmla="*/ 49888 w 2055097"/>
              <a:gd name="connsiteY688" fmla="*/ 410516 h 1123443"/>
              <a:gd name="connsiteX689" fmla="*/ 60256 w 2055097"/>
              <a:gd name="connsiteY689" fmla="*/ 392074 h 1123443"/>
              <a:gd name="connsiteX690" fmla="*/ 1398339 w 2055097"/>
              <a:gd name="connsiteY690" fmla="*/ 46278 h 1123443"/>
              <a:gd name="connsiteX691" fmla="*/ 1373000 w 2055097"/>
              <a:gd name="connsiteY691" fmla="*/ 41051 h 1123443"/>
              <a:gd name="connsiteX692" fmla="*/ 1398339 w 2055097"/>
              <a:gd name="connsiteY692" fmla="*/ 46278 h 1123443"/>
              <a:gd name="connsiteX693" fmla="*/ 1836111 w 2055097"/>
              <a:gd name="connsiteY693" fmla="*/ 881953 h 1123443"/>
              <a:gd name="connsiteX694" fmla="*/ 1831080 w 2055097"/>
              <a:gd name="connsiteY694" fmla="*/ 885321 h 1123443"/>
              <a:gd name="connsiteX695" fmla="*/ 1808100 w 2055097"/>
              <a:gd name="connsiteY695" fmla="*/ 901023 h 1123443"/>
              <a:gd name="connsiteX696" fmla="*/ 1865125 w 2055097"/>
              <a:gd name="connsiteY696" fmla="*/ 859072 h 1123443"/>
              <a:gd name="connsiteX697" fmla="*/ 1842377 w 2055097"/>
              <a:gd name="connsiteY697" fmla="*/ 876924 h 1123443"/>
              <a:gd name="connsiteX698" fmla="*/ 1836126 w 2055097"/>
              <a:gd name="connsiteY698" fmla="*/ 881941 h 1123443"/>
              <a:gd name="connsiteX699" fmla="*/ 1836111 w 2055097"/>
              <a:gd name="connsiteY699" fmla="*/ 881953 h 1123443"/>
              <a:gd name="connsiteX700" fmla="*/ 498263 w 2055097"/>
              <a:gd name="connsiteY700" fmla="*/ 114006 h 1123443"/>
              <a:gd name="connsiteX701" fmla="*/ 547430 w 2055097"/>
              <a:gd name="connsiteY701" fmla="*/ 100570 h 1123443"/>
              <a:gd name="connsiteX702" fmla="*/ 498263 w 2055097"/>
              <a:gd name="connsiteY702" fmla="*/ 114006 h 1123443"/>
              <a:gd name="connsiteX703" fmla="*/ 473965 w 2055097"/>
              <a:gd name="connsiteY703" fmla="*/ 121289 h 1123443"/>
              <a:gd name="connsiteX704" fmla="*/ 494653 w 2055097"/>
              <a:gd name="connsiteY704" fmla="*/ 114966 h 1123443"/>
              <a:gd name="connsiteX705" fmla="*/ 473965 w 2055097"/>
              <a:gd name="connsiteY705" fmla="*/ 121289 h 1123443"/>
              <a:gd name="connsiteX706" fmla="*/ 23220 w 2055097"/>
              <a:gd name="connsiteY706" fmla="*/ 476867 h 1123443"/>
              <a:gd name="connsiteX707" fmla="*/ 25319 w 2055097"/>
              <a:gd name="connsiteY707" fmla="*/ 470378 h 1123443"/>
              <a:gd name="connsiteX708" fmla="*/ 21171 w 2055097"/>
              <a:gd name="connsiteY708" fmla="*/ 486482 h 1123443"/>
              <a:gd name="connsiteX709" fmla="*/ 24671 w 2055097"/>
              <a:gd name="connsiteY709" fmla="*/ 473517 h 1123443"/>
              <a:gd name="connsiteX710" fmla="*/ 25920 w 2055097"/>
              <a:gd name="connsiteY710" fmla="*/ 468518 h 1123443"/>
              <a:gd name="connsiteX711" fmla="*/ 42723 w 2055097"/>
              <a:gd name="connsiteY711" fmla="*/ 424587 h 1123443"/>
              <a:gd name="connsiteX712" fmla="*/ 43699 w 2055097"/>
              <a:gd name="connsiteY712" fmla="*/ 422262 h 1123443"/>
              <a:gd name="connsiteX713" fmla="*/ 56651 w 2055097"/>
              <a:gd name="connsiteY713" fmla="*/ 398028 h 1123443"/>
              <a:gd name="connsiteX714" fmla="*/ 114468 w 2055097"/>
              <a:gd name="connsiteY714" fmla="*/ 321665 h 1123443"/>
              <a:gd name="connsiteX715" fmla="*/ 91982 w 2055097"/>
              <a:gd name="connsiteY715" fmla="*/ 346740 h 1123443"/>
              <a:gd name="connsiteX716" fmla="*/ 28439 w 2055097"/>
              <a:gd name="connsiteY716" fmla="*/ 459308 h 1123443"/>
              <a:gd name="connsiteX717" fmla="*/ 25980 w 2055097"/>
              <a:gd name="connsiteY717" fmla="*/ 467515 h 1123443"/>
              <a:gd name="connsiteX718" fmla="*/ 23220 w 2055097"/>
              <a:gd name="connsiteY718" fmla="*/ 476867 h 1123443"/>
              <a:gd name="connsiteX719" fmla="*/ 1447417 w 2055097"/>
              <a:gd name="connsiteY719" fmla="*/ 57839 h 1123443"/>
              <a:gd name="connsiteX720" fmla="*/ 1419079 w 2055097"/>
              <a:gd name="connsiteY720" fmla="*/ 50903 h 1123443"/>
              <a:gd name="connsiteX721" fmla="*/ 1447417 w 2055097"/>
              <a:gd name="connsiteY721" fmla="*/ 57839 h 1123443"/>
              <a:gd name="connsiteX722" fmla="*/ 268512 w 2055097"/>
              <a:gd name="connsiteY722" fmla="*/ 206729 h 1123443"/>
              <a:gd name="connsiteX723" fmla="*/ 250213 w 2055097"/>
              <a:gd name="connsiteY723" fmla="*/ 217141 h 1123443"/>
              <a:gd name="connsiteX724" fmla="*/ 268512 w 2055097"/>
              <a:gd name="connsiteY724" fmla="*/ 206729 h 1123443"/>
              <a:gd name="connsiteX725" fmla="*/ 1628556 w 2055097"/>
              <a:gd name="connsiteY725" fmla="*/ 995381 h 1123443"/>
              <a:gd name="connsiteX726" fmla="*/ 1617012 w 2055097"/>
              <a:gd name="connsiteY726" fmla="*/ 1000005 h 1123443"/>
              <a:gd name="connsiteX727" fmla="*/ 1628556 w 2055097"/>
              <a:gd name="connsiteY727" fmla="*/ 995381 h 1123443"/>
              <a:gd name="connsiteX728" fmla="*/ 1362192 w 2055097"/>
              <a:gd name="connsiteY728" fmla="*/ 1073248 h 1123443"/>
              <a:gd name="connsiteX729" fmla="*/ 1341855 w 2055097"/>
              <a:gd name="connsiteY729" fmla="*/ 1076952 h 1123443"/>
              <a:gd name="connsiteX730" fmla="*/ 1362192 w 2055097"/>
              <a:gd name="connsiteY730" fmla="*/ 1073248 h 1123443"/>
              <a:gd name="connsiteX731" fmla="*/ 980026 w 2055097"/>
              <a:gd name="connsiteY731" fmla="*/ 1104443 h 1123443"/>
              <a:gd name="connsiteX732" fmla="*/ 950225 w 2055097"/>
              <a:gd name="connsiteY732" fmla="*/ 1103585 h 1123443"/>
              <a:gd name="connsiteX733" fmla="*/ 980026 w 2055097"/>
              <a:gd name="connsiteY733" fmla="*/ 1104443 h 1123443"/>
              <a:gd name="connsiteX734" fmla="*/ 431006 w 2055097"/>
              <a:gd name="connsiteY734" fmla="*/ 135007 h 1123443"/>
              <a:gd name="connsiteX735" fmla="*/ 452952 w 2055097"/>
              <a:gd name="connsiteY735" fmla="*/ 127451 h 1123443"/>
              <a:gd name="connsiteX736" fmla="*/ 442809 w 2055097"/>
              <a:gd name="connsiteY736" fmla="*/ 131204 h 1123443"/>
              <a:gd name="connsiteX737" fmla="*/ 431006 w 2055097"/>
              <a:gd name="connsiteY737" fmla="*/ 135007 h 1123443"/>
              <a:gd name="connsiteX738" fmla="*/ 108536 w 2055097"/>
              <a:gd name="connsiteY738" fmla="*/ 786796 h 1123443"/>
              <a:gd name="connsiteX739" fmla="*/ 92384 w 2055097"/>
              <a:gd name="connsiteY739" fmla="*/ 767118 h 1123443"/>
              <a:gd name="connsiteX740" fmla="*/ 108536 w 2055097"/>
              <a:gd name="connsiteY740" fmla="*/ 786796 h 1123443"/>
              <a:gd name="connsiteX741" fmla="*/ 1349448 w 2055097"/>
              <a:gd name="connsiteY741" fmla="*/ 36233 h 1123443"/>
              <a:gd name="connsiteX742" fmla="*/ 1315783 w 2055097"/>
              <a:gd name="connsiteY742" fmla="*/ 30374 h 1123443"/>
              <a:gd name="connsiteX743" fmla="*/ 1349448 w 2055097"/>
              <a:gd name="connsiteY743" fmla="*/ 36233 h 1123443"/>
              <a:gd name="connsiteX744" fmla="*/ 1963246 w 2055097"/>
              <a:gd name="connsiteY744" fmla="*/ 757969 h 1123443"/>
              <a:gd name="connsiteX745" fmla="*/ 1977305 w 2055097"/>
              <a:gd name="connsiteY745" fmla="*/ 737842 h 1123443"/>
              <a:gd name="connsiteX746" fmla="*/ 1963246 w 2055097"/>
              <a:gd name="connsiteY746" fmla="*/ 757969 h 1123443"/>
              <a:gd name="connsiteX747" fmla="*/ 1072365 w 2055097"/>
              <a:gd name="connsiteY747" fmla="*/ 1104486 h 1123443"/>
              <a:gd name="connsiteX748" fmla="*/ 1055677 w 2055097"/>
              <a:gd name="connsiteY748" fmla="*/ 1104819 h 1123443"/>
              <a:gd name="connsiteX749" fmla="*/ 1072365 w 2055097"/>
              <a:gd name="connsiteY749" fmla="*/ 1104486 h 1123443"/>
              <a:gd name="connsiteX750" fmla="*/ 1451545 w 2055097"/>
              <a:gd name="connsiteY750" fmla="*/ 1053606 h 1123443"/>
              <a:gd name="connsiteX751" fmla="*/ 1402865 w 2055097"/>
              <a:gd name="connsiteY751" fmla="*/ 1065037 h 1123443"/>
              <a:gd name="connsiteX752" fmla="*/ 1451545 w 2055097"/>
              <a:gd name="connsiteY752" fmla="*/ 1053606 h 1123443"/>
              <a:gd name="connsiteX753" fmla="*/ 368522 w 2055097"/>
              <a:gd name="connsiteY753" fmla="*/ 158773 h 1123443"/>
              <a:gd name="connsiteX754" fmla="*/ 399436 w 2055097"/>
              <a:gd name="connsiteY754" fmla="*/ 146634 h 1123443"/>
              <a:gd name="connsiteX755" fmla="*/ 368522 w 2055097"/>
              <a:gd name="connsiteY755" fmla="*/ 158773 h 1123443"/>
              <a:gd name="connsiteX756" fmla="*/ 1015913 w 2055097"/>
              <a:gd name="connsiteY756" fmla="*/ 1105111 h 1123443"/>
              <a:gd name="connsiteX757" fmla="*/ 1013495 w 2055097"/>
              <a:gd name="connsiteY757" fmla="*/ 1105080 h 1123443"/>
              <a:gd name="connsiteX758" fmla="*/ 1015913 w 2055097"/>
              <a:gd name="connsiteY758" fmla="*/ 1105111 h 1123443"/>
              <a:gd name="connsiteX759" fmla="*/ 146957 w 2055097"/>
              <a:gd name="connsiteY759" fmla="*/ 290293 h 1123443"/>
              <a:gd name="connsiteX760" fmla="*/ 141792 w 2055097"/>
              <a:gd name="connsiteY760" fmla="*/ 295083 h 1123443"/>
              <a:gd name="connsiteX761" fmla="*/ 146957 w 2055097"/>
              <a:gd name="connsiteY761" fmla="*/ 290293 h 1123443"/>
              <a:gd name="connsiteX762" fmla="*/ 1436711 w 2055097"/>
              <a:gd name="connsiteY762" fmla="*/ 54867 h 1123443"/>
              <a:gd name="connsiteX763" fmla="*/ 1408370 w 2055097"/>
              <a:gd name="connsiteY763" fmla="*/ 48150 h 1123443"/>
              <a:gd name="connsiteX764" fmla="*/ 1436711 w 2055097"/>
              <a:gd name="connsiteY764" fmla="*/ 54867 h 1123443"/>
              <a:gd name="connsiteX765" fmla="*/ 279515 w 2055097"/>
              <a:gd name="connsiteY765" fmla="*/ 926298 h 1123443"/>
              <a:gd name="connsiteX766" fmla="*/ 238989 w 2055097"/>
              <a:gd name="connsiteY766" fmla="*/ 901076 h 1123443"/>
              <a:gd name="connsiteX767" fmla="*/ 279515 w 2055097"/>
              <a:gd name="connsiteY767" fmla="*/ 926298 h 1123443"/>
              <a:gd name="connsiteX768" fmla="*/ 1987923 w 2055097"/>
              <a:gd name="connsiteY768" fmla="*/ 721282 h 1123443"/>
              <a:gd name="connsiteX769" fmla="*/ 1996133 w 2055097"/>
              <a:gd name="connsiteY769" fmla="*/ 706280 h 1123443"/>
              <a:gd name="connsiteX770" fmla="*/ 1987923 w 2055097"/>
              <a:gd name="connsiteY770" fmla="*/ 721282 h 1123443"/>
              <a:gd name="connsiteX771" fmla="*/ 218628 w 2055097"/>
              <a:gd name="connsiteY771" fmla="*/ 886793 h 1123443"/>
              <a:gd name="connsiteX772" fmla="*/ 209353 w 2055097"/>
              <a:gd name="connsiteY772" fmla="*/ 879749 h 1123443"/>
              <a:gd name="connsiteX773" fmla="*/ 218628 w 2055097"/>
              <a:gd name="connsiteY773" fmla="*/ 886793 h 1123443"/>
              <a:gd name="connsiteX774" fmla="*/ 13289 w 2055097"/>
              <a:gd name="connsiteY774" fmla="*/ 546102 h 1123443"/>
              <a:gd name="connsiteX775" fmla="*/ 13231 w 2055097"/>
              <a:gd name="connsiteY775" fmla="*/ 553956 h 1123443"/>
              <a:gd name="connsiteX776" fmla="*/ 13669 w 2055097"/>
              <a:gd name="connsiteY776" fmla="*/ 564039 h 1123443"/>
              <a:gd name="connsiteX777" fmla="*/ 13385 w 2055097"/>
              <a:gd name="connsiteY777" fmla="*/ 553956 h 1123443"/>
              <a:gd name="connsiteX778" fmla="*/ 13373 w 2055097"/>
              <a:gd name="connsiteY778" fmla="*/ 553215 h 1123443"/>
              <a:gd name="connsiteX779" fmla="*/ 13289 w 2055097"/>
              <a:gd name="connsiteY779" fmla="*/ 546102 h 1123443"/>
              <a:gd name="connsiteX780" fmla="*/ 533650 w 2055097"/>
              <a:gd name="connsiteY780" fmla="*/ 1036032 h 1123443"/>
              <a:gd name="connsiteX781" fmla="*/ 501624 w 2055097"/>
              <a:gd name="connsiteY781" fmla="*/ 1025868 h 1123443"/>
              <a:gd name="connsiteX782" fmla="*/ 533650 w 2055097"/>
              <a:gd name="connsiteY782" fmla="*/ 1036032 h 1123443"/>
              <a:gd name="connsiteX783" fmla="*/ 1941887 w 2055097"/>
              <a:gd name="connsiteY783" fmla="*/ 785614 h 1123443"/>
              <a:gd name="connsiteX784" fmla="*/ 1961549 w 2055097"/>
              <a:gd name="connsiteY784" fmla="*/ 760813 h 1123443"/>
              <a:gd name="connsiteX785" fmla="*/ 1941887 w 2055097"/>
              <a:gd name="connsiteY785" fmla="*/ 785614 h 1123443"/>
              <a:gd name="connsiteX786" fmla="*/ 431006 w 2055097"/>
              <a:gd name="connsiteY786" fmla="*/ 135007 h 1123443"/>
              <a:gd name="connsiteX787" fmla="*/ 424287 w 2055097"/>
              <a:gd name="connsiteY787" fmla="*/ 137346 h 1123443"/>
              <a:gd name="connsiteX788" fmla="*/ 431006 w 2055097"/>
              <a:gd name="connsiteY788" fmla="*/ 135007 h 1123443"/>
              <a:gd name="connsiteX789" fmla="*/ 262618 w 2055097"/>
              <a:gd name="connsiteY789" fmla="*/ 209657 h 1123443"/>
              <a:gd name="connsiteX790" fmla="*/ 244810 w 2055097"/>
              <a:gd name="connsiteY790" fmla="*/ 219882 h 1123443"/>
              <a:gd name="connsiteX791" fmla="*/ 262618 w 2055097"/>
              <a:gd name="connsiteY791" fmla="*/ 209657 h 1123443"/>
              <a:gd name="connsiteX792" fmla="*/ 500793 w 2055097"/>
              <a:gd name="connsiteY792" fmla="*/ 1025783 h 1123443"/>
              <a:gd name="connsiteX793" fmla="*/ 476789 w 2055097"/>
              <a:gd name="connsiteY793" fmla="*/ 1017578 h 1123443"/>
              <a:gd name="connsiteX794" fmla="*/ 500793 w 2055097"/>
              <a:gd name="connsiteY794" fmla="*/ 1025783 h 1123443"/>
              <a:gd name="connsiteX795" fmla="*/ 930622 w 2055097"/>
              <a:gd name="connsiteY795" fmla="*/ 1103301 h 1123443"/>
              <a:gd name="connsiteX796" fmla="*/ 902748 w 2055097"/>
              <a:gd name="connsiteY796" fmla="*/ 1101807 h 1123443"/>
              <a:gd name="connsiteX797" fmla="*/ 900897 w 2055097"/>
              <a:gd name="connsiteY797" fmla="*/ 1101609 h 1123443"/>
              <a:gd name="connsiteX798" fmla="*/ 880926 w 2055097"/>
              <a:gd name="connsiteY798" fmla="*/ 1100166 h 1123443"/>
              <a:gd name="connsiteX799" fmla="*/ 916903 w 2055097"/>
              <a:gd name="connsiteY799" fmla="*/ 1102850 h 1123443"/>
              <a:gd name="connsiteX800" fmla="*/ 930622 w 2055097"/>
              <a:gd name="connsiteY800" fmla="*/ 1103301 h 1123443"/>
              <a:gd name="connsiteX801" fmla="*/ 1499059 w 2055097"/>
              <a:gd name="connsiteY801" fmla="*/ 1041037 h 1123443"/>
              <a:gd name="connsiteX802" fmla="*/ 1519708 w 2055097"/>
              <a:gd name="connsiteY802" fmla="*/ 1034719 h 1123443"/>
              <a:gd name="connsiteX803" fmla="*/ 1499059 w 2055097"/>
              <a:gd name="connsiteY803" fmla="*/ 1041037 h 1123443"/>
              <a:gd name="connsiteX804" fmla="*/ 1234054 w 2055097"/>
              <a:gd name="connsiteY804" fmla="*/ 1093850 h 1123443"/>
              <a:gd name="connsiteX805" fmla="*/ 1255760 w 2055097"/>
              <a:gd name="connsiteY805" fmla="*/ 1090998 h 1123443"/>
              <a:gd name="connsiteX806" fmla="*/ 1234054 w 2055097"/>
              <a:gd name="connsiteY806" fmla="*/ 1093850 h 1123443"/>
              <a:gd name="connsiteX807" fmla="*/ 1550605 w 2055097"/>
              <a:gd name="connsiteY807" fmla="*/ 1025203 h 1123443"/>
              <a:gd name="connsiteX808" fmla="*/ 1559587 w 2055097"/>
              <a:gd name="connsiteY808" fmla="*/ 1021845 h 1123443"/>
              <a:gd name="connsiteX809" fmla="*/ 1550605 w 2055097"/>
              <a:gd name="connsiteY809" fmla="*/ 1025203 h 1123443"/>
              <a:gd name="connsiteX810" fmla="*/ 399167 w 2055097"/>
              <a:gd name="connsiteY810" fmla="*/ 146026 h 1123443"/>
              <a:gd name="connsiteX811" fmla="*/ 369427 w 2055097"/>
              <a:gd name="connsiteY811" fmla="*/ 157985 h 1123443"/>
              <a:gd name="connsiteX812" fmla="*/ 362596 w 2055097"/>
              <a:gd name="connsiteY812" fmla="*/ 160713 h 1123443"/>
              <a:gd name="connsiteX813" fmla="*/ 362630 w 2055097"/>
              <a:gd name="connsiteY813" fmla="*/ 160699 h 1123443"/>
              <a:gd name="connsiteX814" fmla="*/ 306918 w 2055097"/>
              <a:gd name="connsiteY814" fmla="*/ 186103 h 1123443"/>
              <a:gd name="connsiteX815" fmla="*/ 318633 w 2055097"/>
              <a:gd name="connsiteY815" fmla="*/ 180354 h 1123443"/>
              <a:gd name="connsiteX816" fmla="*/ 322624 w 2055097"/>
              <a:gd name="connsiteY816" fmla="*/ 178587 h 1123443"/>
              <a:gd name="connsiteX817" fmla="*/ 368627 w 2055097"/>
              <a:gd name="connsiteY817" fmla="*/ 158367 h 1123443"/>
              <a:gd name="connsiteX818" fmla="*/ 370070 w 2055097"/>
              <a:gd name="connsiteY818" fmla="*/ 157827 h 1123443"/>
              <a:gd name="connsiteX819" fmla="*/ 399167 w 2055097"/>
              <a:gd name="connsiteY819" fmla="*/ 146026 h 1123443"/>
              <a:gd name="connsiteX820" fmla="*/ 1196183 w 2055097"/>
              <a:gd name="connsiteY820" fmla="*/ 1097836 h 1123443"/>
              <a:gd name="connsiteX821" fmla="*/ 1213480 w 2055097"/>
              <a:gd name="connsiteY821" fmla="*/ 1095996 h 1123443"/>
              <a:gd name="connsiteX822" fmla="*/ 1196183 w 2055097"/>
              <a:gd name="connsiteY822" fmla="*/ 1097836 h 1123443"/>
              <a:gd name="connsiteX823" fmla="*/ 1943693 w 2055097"/>
              <a:gd name="connsiteY823" fmla="*/ 784382 h 1123443"/>
              <a:gd name="connsiteX824" fmla="*/ 1957058 w 2055097"/>
              <a:gd name="connsiteY824" fmla="*/ 767539 h 1123443"/>
              <a:gd name="connsiteX825" fmla="*/ 1943693 w 2055097"/>
              <a:gd name="connsiteY825" fmla="*/ 784382 h 1123443"/>
              <a:gd name="connsiteX826" fmla="*/ 1317820 w 2055097"/>
              <a:gd name="connsiteY826" fmla="*/ 1082058 h 1123443"/>
              <a:gd name="connsiteX827" fmla="*/ 1300398 w 2055097"/>
              <a:gd name="connsiteY827" fmla="*/ 1085065 h 1123443"/>
              <a:gd name="connsiteX828" fmla="*/ 1317820 w 2055097"/>
              <a:gd name="connsiteY828" fmla="*/ 1082058 h 1123443"/>
              <a:gd name="connsiteX829" fmla="*/ 600227 w 2055097"/>
              <a:gd name="connsiteY829" fmla="*/ 87581 h 1123443"/>
              <a:gd name="connsiteX830" fmla="*/ 609206 w 2055097"/>
              <a:gd name="connsiteY830" fmla="*/ 85526 h 1123443"/>
              <a:gd name="connsiteX831" fmla="*/ 600227 w 2055097"/>
              <a:gd name="connsiteY831" fmla="*/ 87581 h 1123443"/>
              <a:gd name="connsiteX832" fmla="*/ 923650 w 2055097"/>
              <a:gd name="connsiteY832" fmla="*/ 46127 h 1123443"/>
              <a:gd name="connsiteX833" fmla="*/ 935805 w 2055097"/>
              <a:gd name="connsiteY833" fmla="*/ 45621 h 1123443"/>
              <a:gd name="connsiteX834" fmla="*/ 923650 w 2055097"/>
              <a:gd name="connsiteY834" fmla="*/ 46127 h 1123443"/>
              <a:gd name="connsiteX835" fmla="*/ 696759 w 2055097"/>
              <a:gd name="connsiteY835" fmla="*/ 69232 h 1123443"/>
              <a:gd name="connsiteX836" fmla="*/ 675253 w 2055097"/>
              <a:gd name="connsiteY836" fmla="*/ 72921 h 1123443"/>
              <a:gd name="connsiteX837" fmla="*/ 696759 w 2055097"/>
              <a:gd name="connsiteY837" fmla="*/ 69232 h 1123443"/>
              <a:gd name="connsiteX838" fmla="*/ 902879 w 2055097"/>
              <a:gd name="connsiteY838" fmla="*/ 1101841 h 1123443"/>
              <a:gd name="connsiteX839" fmla="*/ 902748 w 2055097"/>
              <a:gd name="connsiteY839" fmla="*/ 1101807 h 1123443"/>
              <a:gd name="connsiteX840" fmla="*/ 902879 w 2055097"/>
              <a:gd name="connsiteY840" fmla="*/ 1101841 h 1123443"/>
              <a:gd name="connsiteX841" fmla="*/ 1590637 w 2055097"/>
              <a:gd name="connsiteY841" fmla="*/ 1011067 h 1123443"/>
              <a:gd name="connsiteX842" fmla="*/ 1606394 w 2055097"/>
              <a:gd name="connsiteY842" fmla="*/ 1005100 h 1123443"/>
              <a:gd name="connsiteX843" fmla="*/ 1590637 w 2055097"/>
              <a:gd name="connsiteY843" fmla="*/ 1011067 h 1123443"/>
              <a:gd name="connsiteX844" fmla="*/ 369427 w 2055097"/>
              <a:gd name="connsiteY844" fmla="*/ 157985 h 1123443"/>
              <a:gd name="connsiteX845" fmla="*/ 368627 w 2055097"/>
              <a:gd name="connsiteY845" fmla="*/ 158367 h 1123443"/>
              <a:gd name="connsiteX846" fmla="*/ 369427 w 2055097"/>
              <a:gd name="connsiteY846" fmla="*/ 157985 h 1123443"/>
              <a:gd name="connsiteX847" fmla="*/ 1510016 w 2055097"/>
              <a:gd name="connsiteY847" fmla="*/ 1038157 h 1123443"/>
              <a:gd name="connsiteX848" fmla="*/ 1486511 w 2055097"/>
              <a:gd name="connsiteY848" fmla="*/ 1044781 h 1123443"/>
              <a:gd name="connsiteX849" fmla="*/ 1510016 w 2055097"/>
              <a:gd name="connsiteY849" fmla="*/ 1038157 h 1123443"/>
              <a:gd name="connsiteX850" fmla="*/ 2021474 w 2055097"/>
              <a:gd name="connsiteY850" fmla="*/ 648938 h 1123443"/>
              <a:gd name="connsiteX851" fmla="*/ 2017539 w 2055097"/>
              <a:gd name="connsiteY851" fmla="*/ 659750 h 1123443"/>
              <a:gd name="connsiteX852" fmla="*/ 2021474 w 2055097"/>
              <a:gd name="connsiteY852" fmla="*/ 648938 h 1123443"/>
              <a:gd name="connsiteX853" fmla="*/ 743179 w 2055097"/>
              <a:gd name="connsiteY853" fmla="*/ 62325 h 1123443"/>
              <a:gd name="connsiteX854" fmla="*/ 763509 w 2055097"/>
              <a:gd name="connsiteY854" fmla="*/ 59774 h 1123443"/>
              <a:gd name="connsiteX855" fmla="*/ 743179 w 2055097"/>
              <a:gd name="connsiteY855" fmla="*/ 62325 h 1123443"/>
              <a:gd name="connsiteX856" fmla="*/ 911816 w 2055097"/>
              <a:gd name="connsiteY856" fmla="*/ 46613 h 1123443"/>
              <a:gd name="connsiteX857" fmla="*/ 868972 w 2055097"/>
              <a:gd name="connsiteY857" fmla="*/ 49387 h 1123443"/>
              <a:gd name="connsiteX858" fmla="*/ 911816 w 2055097"/>
              <a:gd name="connsiteY858" fmla="*/ 46613 h 1123443"/>
              <a:gd name="connsiteX859" fmla="*/ 418771 w 2055097"/>
              <a:gd name="connsiteY859" fmla="*/ 138863 h 1123443"/>
              <a:gd name="connsiteX860" fmla="*/ 402545 w 2055097"/>
              <a:gd name="connsiteY860" fmla="*/ 144881 h 1123443"/>
              <a:gd name="connsiteX861" fmla="*/ 418771 w 2055097"/>
              <a:gd name="connsiteY861" fmla="*/ 138863 h 1123443"/>
              <a:gd name="connsiteX862" fmla="*/ 2008295 w 2055097"/>
              <a:gd name="connsiteY862" fmla="*/ 683011 h 1123443"/>
              <a:gd name="connsiteX863" fmla="*/ 2015995 w 2055097"/>
              <a:gd name="connsiteY863" fmla="*/ 664765 h 1123443"/>
              <a:gd name="connsiteX864" fmla="*/ 2008295 w 2055097"/>
              <a:gd name="connsiteY864" fmla="*/ 683011 h 1123443"/>
              <a:gd name="connsiteX865" fmla="*/ 1636781 w 2055097"/>
              <a:gd name="connsiteY865" fmla="*/ 993247 h 1123443"/>
              <a:gd name="connsiteX866" fmla="*/ 1617706 w 2055097"/>
              <a:gd name="connsiteY866" fmla="*/ 1000873 h 1123443"/>
              <a:gd name="connsiteX867" fmla="*/ 1636781 w 2055097"/>
              <a:gd name="connsiteY867" fmla="*/ 993247 h 1123443"/>
              <a:gd name="connsiteX868" fmla="*/ 1265719 w 2055097"/>
              <a:gd name="connsiteY868" fmla="*/ 1090425 h 1123443"/>
              <a:gd name="connsiteX869" fmla="*/ 1275440 w 2055097"/>
              <a:gd name="connsiteY869" fmla="*/ 1088709 h 1123443"/>
              <a:gd name="connsiteX870" fmla="*/ 1265719 w 2055097"/>
              <a:gd name="connsiteY870" fmla="*/ 1090425 h 1123443"/>
              <a:gd name="connsiteX871" fmla="*/ 1262081 w 2055097"/>
              <a:gd name="connsiteY871" fmla="*/ 21515 h 1123443"/>
              <a:gd name="connsiteX872" fmla="*/ 1278073 w 2055097"/>
              <a:gd name="connsiteY872" fmla="*/ 23840 h 1123443"/>
              <a:gd name="connsiteX873" fmla="*/ 1262081 w 2055097"/>
              <a:gd name="connsiteY873" fmla="*/ 21515 h 1123443"/>
              <a:gd name="connsiteX874" fmla="*/ 730535 w 2055097"/>
              <a:gd name="connsiteY874" fmla="*/ 1082267 h 1123443"/>
              <a:gd name="connsiteX875" fmla="*/ 734932 w 2055097"/>
              <a:gd name="connsiteY875" fmla="*/ 1082983 h 1123443"/>
              <a:gd name="connsiteX876" fmla="*/ 730535 w 2055097"/>
              <a:gd name="connsiteY876" fmla="*/ 1082267 h 1123443"/>
              <a:gd name="connsiteX877" fmla="*/ 1729872 w 2055097"/>
              <a:gd name="connsiteY877" fmla="*/ 950339 h 1123443"/>
              <a:gd name="connsiteX878" fmla="*/ 1707818 w 2055097"/>
              <a:gd name="connsiteY878" fmla="*/ 961472 h 1123443"/>
              <a:gd name="connsiteX879" fmla="*/ 1685811 w 2055097"/>
              <a:gd name="connsiteY879" fmla="*/ 971946 h 1123443"/>
              <a:gd name="connsiteX880" fmla="*/ 1712973 w 2055097"/>
              <a:gd name="connsiteY880" fmla="*/ 958333 h 1123443"/>
              <a:gd name="connsiteX881" fmla="*/ 1641118 w 2055097"/>
              <a:gd name="connsiteY881" fmla="*/ 991307 h 1123443"/>
              <a:gd name="connsiteX882" fmla="*/ 1659977 w 2055097"/>
              <a:gd name="connsiteY882" fmla="*/ 983339 h 1123443"/>
              <a:gd name="connsiteX883" fmla="*/ 1665996 w 2055097"/>
              <a:gd name="connsiteY883" fmla="*/ 981298 h 1123443"/>
              <a:gd name="connsiteX884" fmla="*/ 1729872 w 2055097"/>
              <a:gd name="connsiteY884" fmla="*/ 950339 h 1123443"/>
              <a:gd name="connsiteX885" fmla="*/ 1339364 w 2055097"/>
              <a:gd name="connsiteY885" fmla="*/ 1078827 h 1123443"/>
              <a:gd name="connsiteX886" fmla="*/ 1329398 w 2055097"/>
              <a:gd name="connsiteY886" fmla="*/ 1080357 h 1123443"/>
              <a:gd name="connsiteX887" fmla="*/ 1325351 w 2055097"/>
              <a:gd name="connsiteY887" fmla="*/ 1081321 h 1123443"/>
              <a:gd name="connsiteX888" fmla="*/ 1339364 w 2055097"/>
              <a:gd name="connsiteY888" fmla="*/ 1078827 h 1123443"/>
              <a:gd name="connsiteX889" fmla="*/ 1768546 w 2055097"/>
              <a:gd name="connsiteY889" fmla="*/ 927790 h 1123443"/>
              <a:gd name="connsiteX890" fmla="*/ 1746308 w 2055097"/>
              <a:gd name="connsiteY890" fmla="*/ 940693 h 1123443"/>
              <a:gd name="connsiteX891" fmla="*/ 1768546 w 2055097"/>
              <a:gd name="connsiteY891" fmla="*/ 927790 h 1123443"/>
              <a:gd name="connsiteX892" fmla="*/ 1521668 w 2055097"/>
              <a:gd name="connsiteY892" fmla="*/ 1034798 h 1123443"/>
              <a:gd name="connsiteX893" fmla="*/ 1545805 w 2055097"/>
              <a:gd name="connsiteY893" fmla="*/ 1027044 h 1123443"/>
              <a:gd name="connsiteX894" fmla="*/ 1521668 w 2055097"/>
              <a:gd name="connsiteY894" fmla="*/ 1034798 h 1123443"/>
              <a:gd name="connsiteX895" fmla="*/ 1321606 w 2055097"/>
              <a:gd name="connsiteY895" fmla="*/ 1081968 h 1123443"/>
              <a:gd name="connsiteX896" fmla="*/ 1298981 w 2055097"/>
              <a:gd name="connsiteY896" fmla="*/ 1085684 h 1123443"/>
              <a:gd name="connsiteX897" fmla="*/ 1299018 w 2055097"/>
              <a:gd name="connsiteY897" fmla="*/ 1085680 h 1123443"/>
              <a:gd name="connsiteX898" fmla="*/ 1321606 w 2055097"/>
              <a:gd name="connsiteY898" fmla="*/ 1081968 h 1123443"/>
              <a:gd name="connsiteX899" fmla="*/ 1996195 w 2055097"/>
              <a:gd name="connsiteY899" fmla="*/ 709225 h 1123443"/>
              <a:gd name="connsiteX900" fmla="*/ 1993217 w 2055097"/>
              <a:gd name="connsiteY900" fmla="*/ 714061 h 1123443"/>
              <a:gd name="connsiteX901" fmla="*/ 1996195 w 2055097"/>
              <a:gd name="connsiteY901" fmla="*/ 709225 h 1123443"/>
              <a:gd name="connsiteX902" fmla="*/ 2017230 w 2055097"/>
              <a:gd name="connsiteY902" fmla="*/ 663740 h 1123443"/>
              <a:gd name="connsiteX903" fmla="*/ 2029129 w 2055097"/>
              <a:gd name="connsiteY903" fmla="*/ 623062 h 1123443"/>
              <a:gd name="connsiteX904" fmla="*/ 2021366 w 2055097"/>
              <a:gd name="connsiteY904" fmla="*/ 651414 h 1123443"/>
              <a:gd name="connsiteX905" fmla="*/ 2018758 w 2055097"/>
              <a:gd name="connsiteY905" fmla="*/ 658286 h 1123443"/>
              <a:gd name="connsiteX906" fmla="*/ 2017230 w 2055097"/>
              <a:gd name="connsiteY906" fmla="*/ 663740 h 1123443"/>
              <a:gd name="connsiteX907" fmla="*/ 2002445 w 2055097"/>
              <a:gd name="connsiteY907" fmla="*/ 697826 h 1123443"/>
              <a:gd name="connsiteX908" fmla="*/ 2005331 w 2055097"/>
              <a:gd name="connsiteY908" fmla="*/ 691094 h 1123443"/>
              <a:gd name="connsiteX909" fmla="*/ 2002445 w 2055097"/>
              <a:gd name="connsiteY909" fmla="*/ 697826 h 1123443"/>
              <a:gd name="connsiteX910" fmla="*/ 1969635 w 2055097"/>
              <a:gd name="connsiteY910" fmla="*/ 752461 h 1123443"/>
              <a:gd name="connsiteX911" fmla="*/ 1986519 w 2055097"/>
              <a:gd name="connsiteY911" fmla="*/ 726559 h 1123443"/>
              <a:gd name="connsiteX912" fmla="*/ 1963323 w 2055097"/>
              <a:gd name="connsiteY912" fmla="*/ 760932 h 1123443"/>
              <a:gd name="connsiteX913" fmla="*/ 1969651 w 2055097"/>
              <a:gd name="connsiteY913" fmla="*/ 752430 h 1123443"/>
              <a:gd name="connsiteX914" fmla="*/ 1969635 w 2055097"/>
              <a:gd name="connsiteY914" fmla="*/ 752461 h 1123443"/>
              <a:gd name="connsiteX915" fmla="*/ 1007124 w 2055097"/>
              <a:gd name="connsiteY915" fmla="*/ 42917 h 1123443"/>
              <a:gd name="connsiteX916" fmla="*/ 1024872 w 2055097"/>
              <a:gd name="connsiteY916" fmla="*/ 42722 h 1123443"/>
              <a:gd name="connsiteX917" fmla="*/ 1007124 w 2055097"/>
              <a:gd name="connsiteY917" fmla="*/ 42917 h 1123443"/>
              <a:gd name="connsiteX918" fmla="*/ 1164441 w 2055097"/>
              <a:gd name="connsiteY918" fmla="*/ 7926 h 1123443"/>
              <a:gd name="connsiteX919" fmla="*/ 1150967 w 2055097"/>
              <a:gd name="connsiteY919" fmla="*/ 6879 h 1123443"/>
              <a:gd name="connsiteX920" fmla="*/ 1174139 w 2055097"/>
              <a:gd name="connsiteY920" fmla="*/ 8860 h 1123443"/>
              <a:gd name="connsiteX921" fmla="*/ 1164441 w 2055097"/>
              <a:gd name="connsiteY921" fmla="*/ 7926 h 1123443"/>
              <a:gd name="connsiteX922" fmla="*/ 1134847 w 2055097"/>
              <a:gd name="connsiteY922" fmla="*/ 5206 h 1123443"/>
              <a:gd name="connsiteX923" fmla="*/ 1144158 w 2055097"/>
              <a:gd name="connsiteY923" fmla="*/ 5642 h 1123443"/>
              <a:gd name="connsiteX924" fmla="*/ 1092285 w 2055097"/>
              <a:gd name="connsiteY924" fmla="*/ 3304 h 1123443"/>
              <a:gd name="connsiteX925" fmla="*/ 1134847 w 2055097"/>
              <a:gd name="connsiteY925" fmla="*/ 5206 h 1123443"/>
              <a:gd name="connsiteX926" fmla="*/ 1043700 w 2055097"/>
              <a:gd name="connsiteY926" fmla="*/ 1080 h 1123443"/>
              <a:gd name="connsiteX927" fmla="*/ 1065184 w 2055097"/>
              <a:gd name="connsiteY927" fmla="*/ 1293 h 1123443"/>
              <a:gd name="connsiteX928" fmla="*/ 1043700 w 2055097"/>
              <a:gd name="connsiteY928" fmla="*/ 1080 h 1123443"/>
              <a:gd name="connsiteX929" fmla="*/ 1106872 w 2055097"/>
              <a:gd name="connsiteY929" fmla="*/ 2566 h 1123443"/>
              <a:gd name="connsiteX930" fmla="*/ 1124231 w 2055097"/>
              <a:gd name="connsiteY930" fmla="*/ 3260 h 1123443"/>
              <a:gd name="connsiteX931" fmla="*/ 1106872 w 2055097"/>
              <a:gd name="connsiteY931" fmla="*/ 2566 h 1123443"/>
              <a:gd name="connsiteX932" fmla="*/ 879233 w 2055097"/>
              <a:gd name="connsiteY932" fmla="*/ 43696 h 1123443"/>
              <a:gd name="connsiteX933" fmla="*/ 875691 w 2055097"/>
              <a:gd name="connsiteY933" fmla="*/ 44066 h 1123443"/>
              <a:gd name="connsiteX934" fmla="*/ 879233 w 2055097"/>
              <a:gd name="connsiteY934" fmla="*/ 43696 h 1123443"/>
              <a:gd name="connsiteX935" fmla="*/ 1063060 w 2055097"/>
              <a:gd name="connsiteY935" fmla="*/ 1017 h 1123443"/>
              <a:gd name="connsiteX936" fmla="*/ 1045646 w 2055097"/>
              <a:gd name="connsiteY936" fmla="*/ 880 h 1123443"/>
              <a:gd name="connsiteX937" fmla="*/ 1063060 w 2055097"/>
              <a:gd name="connsiteY937" fmla="*/ 1017 h 1123443"/>
              <a:gd name="connsiteX938" fmla="*/ 872178 w 2055097"/>
              <a:gd name="connsiteY938" fmla="*/ 43696 h 1123443"/>
              <a:gd name="connsiteX939" fmla="*/ 865215 w 2055097"/>
              <a:gd name="connsiteY939" fmla="*/ 44526 h 1123443"/>
              <a:gd name="connsiteX940" fmla="*/ 900336 w 2055097"/>
              <a:gd name="connsiteY940" fmla="*/ 42180 h 1123443"/>
              <a:gd name="connsiteX941" fmla="*/ 872178 w 2055097"/>
              <a:gd name="connsiteY941" fmla="*/ 43696 h 1123443"/>
              <a:gd name="connsiteX942" fmla="*/ 810778 w 2055097"/>
              <a:gd name="connsiteY942" fmla="*/ 49010 h 1123443"/>
              <a:gd name="connsiteX943" fmla="*/ 835965 w 2055097"/>
              <a:gd name="connsiteY943" fmla="*/ 46743 h 1123443"/>
              <a:gd name="connsiteX944" fmla="*/ 810778 w 2055097"/>
              <a:gd name="connsiteY944" fmla="*/ 49010 h 1123443"/>
              <a:gd name="connsiteX945" fmla="*/ 736052 w 2055097"/>
              <a:gd name="connsiteY945" fmla="*/ 57482 h 1123443"/>
              <a:gd name="connsiteX946" fmla="*/ 706546 w 2055097"/>
              <a:gd name="connsiteY946" fmla="*/ 61711 h 1123443"/>
              <a:gd name="connsiteX947" fmla="*/ 736052 w 2055097"/>
              <a:gd name="connsiteY947" fmla="*/ 57482 h 1123443"/>
              <a:gd name="connsiteX948" fmla="*/ 721150 w 2055097"/>
              <a:gd name="connsiteY948" fmla="*/ 59301 h 1123443"/>
              <a:gd name="connsiteX949" fmla="*/ 720264 w 2055097"/>
              <a:gd name="connsiteY949" fmla="*/ 59545 h 1123443"/>
              <a:gd name="connsiteX950" fmla="*/ 721150 w 2055097"/>
              <a:gd name="connsiteY950" fmla="*/ 59301 h 1123443"/>
              <a:gd name="connsiteX951" fmla="*/ 663236 w 2055097"/>
              <a:gd name="connsiteY951" fmla="*/ 68359 h 1123443"/>
              <a:gd name="connsiteX952" fmla="*/ 659751 w 2055097"/>
              <a:gd name="connsiteY952" fmla="*/ 69177 h 1123443"/>
              <a:gd name="connsiteX953" fmla="*/ 663236 w 2055097"/>
              <a:gd name="connsiteY953" fmla="*/ 68359 h 1123443"/>
              <a:gd name="connsiteX954" fmla="*/ 855402 w 2055097"/>
              <a:gd name="connsiteY954" fmla="*/ 44375 h 1123443"/>
              <a:gd name="connsiteX955" fmla="*/ 853915 w 2055097"/>
              <a:gd name="connsiteY955" fmla="*/ 44665 h 1123443"/>
              <a:gd name="connsiteX956" fmla="*/ 832002 w 2055097"/>
              <a:gd name="connsiteY956" fmla="*/ 46529 h 1123443"/>
              <a:gd name="connsiteX957" fmla="*/ 865124 w 2055097"/>
              <a:gd name="connsiteY957" fmla="*/ 43785 h 1123443"/>
              <a:gd name="connsiteX958" fmla="*/ 873052 w 2055097"/>
              <a:gd name="connsiteY958" fmla="*/ 43566 h 1123443"/>
              <a:gd name="connsiteX959" fmla="*/ 942205 w 2055097"/>
              <a:gd name="connsiteY959" fmla="*/ 39895 h 1123443"/>
              <a:gd name="connsiteX960" fmla="*/ 872263 w 2055097"/>
              <a:gd name="connsiteY960" fmla="*/ 43245 h 1123443"/>
              <a:gd name="connsiteX961" fmla="*/ 856795 w 2055097"/>
              <a:gd name="connsiteY961" fmla="*/ 44380 h 1123443"/>
              <a:gd name="connsiteX962" fmla="*/ 855440 w 2055097"/>
              <a:gd name="connsiteY962" fmla="*/ 44372 h 1123443"/>
              <a:gd name="connsiteX963" fmla="*/ 855402 w 2055097"/>
              <a:gd name="connsiteY963" fmla="*/ 44375 h 1123443"/>
              <a:gd name="connsiteX964" fmla="*/ 587765 w 2055097"/>
              <a:gd name="connsiteY964" fmla="*/ 83262 h 1123443"/>
              <a:gd name="connsiteX965" fmla="*/ 591635 w 2055097"/>
              <a:gd name="connsiteY965" fmla="*/ 82537 h 1123443"/>
              <a:gd name="connsiteX966" fmla="*/ 587765 w 2055097"/>
              <a:gd name="connsiteY966" fmla="*/ 83262 h 1123443"/>
              <a:gd name="connsiteX967" fmla="*/ 1036436 w 2055097"/>
              <a:gd name="connsiteY967" fmla="*/ 2 h 1123443"/>
              <a:gd name="connsiteX968" fmla="*/ 1099905 w 2055097"/>
              <a:gd name="connsiteY968" fmla="*/ 1074 h 1123443"/>
              <a:gd name="connsiteX969" fmla="*/ 1093983 w 2055097"/>
              <a:gd name="connsiteY969" fmla="*/ 1085 h 1123443"/>
              <a:gd name="connsiteX970" fmla="*/ 1084464 w 2055097"/>
              <a:gd name="connsiteY970" fmla="*/ 941 h 1123443"/>
              <a:gd name="connsiteX971" fmla="*/ 1025940 w 2055097"/>
              <a:gd name="connsiteY971" fmla="*/ 245 h 1123443"/>
              <a:gd name="connsiteX972" fmla="*/ 1025998 w 2055097"/>
              <a:gd name="connsiteY972" fmla="*/ 245 h 1123443"/>
              <a:gd name="connsiteX973" fmla="*/ 1036436 w 2055097"/>
              <a:gd name="connsiteY973" fmla="*/ 2 h 1123443"/>
              <a:gd name="connsiteX974" fmla="*/ 735847 w 2055097"/>
              <a:gd name="connsiteY974" fmla="*/ 56683 h 1123443"/>
              <a:gd name="connsiteX975" fmla="*/ 713573 w 2055097"/>
              <a:gd name="connsiteY975" fmla="*/ 59713 h 1123443"/>
              <a:gd name="connsiteX976" fmla="*/ 769615 w 2055097"/>
              <a:gd name="connsiteY976" fmla="*/ 52737 h 1123443"/>
              <a:gd name="connsiteX977" fmla="*/ 766916 w 2055097"/>
              <a:gd name="connsiteY977" fmla="*/ 52862 h 1123443"/>
              <a:gd name="connsiteX978" fmla="*/ 786576 w 2055097"/>
              <a:gd name="connsiteY978" fmla="*/ 50496 h 1123443"/>
              <a:gd name="connsiteX979" fmla="*/ 815391 w 2055097"/>
              <a:gd name="connsiteY979" fmla="*/ 47460 h 1123443"/>
              <a:gd name="connsiteX980" fmla="*/ 815352 w 2055097"/>
              <a:gd name="connsiteY980" fmla="*/ 47464 h 1123443"/>
              <a:gd name="connsiteX981" fmla="*/ 772847 w 2055097"/>
              <a:gd name="connsiteY981" fmla="*/ 51924 h 1123443"/>
              <a:gd name="connsiteX982" fmla="*/ 747881 w 2055097"/>
              <a:gd name="connsiteY982" fmla="*/ 54919 h 1123443"/>
              <a:gd name="connsiteX983" fmla="*/ 735847 w 2055097"/>
              <a:gd name="connsiteY983" fmla="*/ 56683 h 1123443"/>
              <a:gd name="connsiteX984" fmla="*/ 816068 w 2055097"/>
              <a:gd name="connsiteY984" fmla="*/ 47841 h 1123443"/>
              <a:gd name="connsiteX985" fmla="*/ 785783 w 2055097"/>
              <a:gd name="connsiteY985" fmla="*/ 51000 h 1123443"/>
              <a:gd name="connsiteX986" fmla="*/ 816068 w 2055097"/>
              <a:gd name="connsiteY986" fmla="*/ 47841 h 1123443"/>
              <a:gd name="connsiteX987" fmla="*/ 952119 w 2055097"/>
              <a:gd name="connsiteY987" fmla="*/ 39412 h 1123443"/>
              <a:gd name="connsiteX988" fmla="*/ 917812 w 2055097"/>
              <a:gd name="connsiteY988" fmla="*/ 40764 h 1123443"/>
              <a:gd name="connsiteX989" fmla="*/ 952119 w 2055097"/>
              <a:gd name="connsiteY989" fmla="*/ 39412 h 1123443"/>
              <a:gd name="connsiteX990" fmla="*/ 390486 w 2055097"/>
              <a:gd name="connsiteY990" fmla="*/ 141093 h 1123443"/>
              <a:gd name="connsiteX991" fmla="*/ 406336 w 2055097"/>
              <a:gd name="connsiteY991" fmla="*/ 135204 h 1123443"/>
              <a:gd name="connsiteX992" fmla="*/ 390486 w 2055097"/>
              <a:gd name="connsiteY992" fmla="*/ 141093 h 1123443"/>
              <a:gd name="connsiteX993" fmla="*/ 703889 w 2055097"/>
              <a:gd name="connsiteY993" fmla="*/ 61308 h 1123443"/>
              <a:gd name="connsiteX994" fmla="*/ 706966 w 2055097"/>
              <a:gd name="connsiteY994" fmla="*/ 61006 h 1123443"/>
              <a:gd name="connsiteX995" fmla="*/ 703889 w 2055097"/>
              <a:gd name="connsiteY995" fmla="*/ 61308 h 1123443"/>
              <a:gd name="connsiteX996" fmla="*/ 1058201 w 2055097"/>
              <a:gd name="connsiteY996" fmla="*/ 81 h 1123443"/>
              <a:gd name="connsiteX997" fmla="*/ 1104988 w 2055097"/>
              <a:gd name="connsiteY997" fmla="*/ 1139 h 1123443"/>
              <a:gd name="connsiteX998" fmla="*/ 1058201 w 2055097"/>
              <a:gd name="connsiteY998" fmla="*/ 81 h 1123443"/>
              <a:gd name="connsiteX999" fmla="*/ 971759 w 2055097"/>
              <a:gd name="connsiteY999" fmla="*/ 38617 h 1123443"/>
              <a:gd name="connsiteX1000" fmla="*/ 916290 w 2055097"/>
              <a:gd name="connsiteY1000" fmla="*/ 40525 h 1123443"/>
              <a:gd name="connsiteX1001" fmla="*/ 917404 w 2055097"/>
              <a:gd name="connsiteY1001" fmla="*/ 40338 h 1123443"/>
              <a:gd name="connsiteX1002" fmla="*/ 879149 w 2055097"/>
              <a:gd name="connsiteY1002" fmla="*/ 42432 h 1123443"/>
              <a:gd name="connsiteX1003" fmla="*/ 877083 w 2055097"/>
              <a:gd name="connsiteY1003" fmla="*/ 42809 h 1123443"/>
              <a:gd name="connsiteX1004" fmla="*/ 958105 w 2055097"/>
              <a:gd name="connsiteY1004" fmla="*/ 39042 h 1123443"/>
              <a:gd name="connsiteX1005" fmla="*/ 971720 w 2055097"/>
              <a:gd name="connsiteY1005" fmla="*/ 38618 h 1123443"/>
              <a:gd name="connsiteX1006" fmla="*/ 971759 w 2055097"/>
              <a:gd name="connsiteY1006" fmla="*/ 38617 h 1123443"/>
              <a:gd name="connsiteX1007" fmla="*/ 908027 w 2055097"/>
              <a:gd name="connsiteY1007" fmla="*/ 40885 h 1123443"/>
              <a:gd name="connsiteX1008" fmla="*/ 886411 w 2055097"/>
              <a:gd name="connsiteY1008" fmla="*/ 42129 h 1123443"/>
              <a:gd name="connsiteX1009" fmla="*/ 908027 w 2055097"/>
              <a:gd name="connsiteY1009" fmla="*/ 40885 h 1123443"/>
              <a:gd name="connsiteX1010" fmla="*/ 849323 w 2055097"/>
              <a:gd name="connsiteY1010" fmla="*/ 44545 h 1123443"/>
              <a:gd name="connsiteX1011" fmla="*/ 819388 w 2055097"/>
              <a:gd name="connsiteY1011" fmla="*/ 47128 h 1123443"/>
              <a:gd name="connsiteX1012" fmla="*/ 849323 w 2055097"/>
              <a:gd name="connsiteY1012" fmla="*/ 44545 h 1123443"/>
              <a:gd name="connsiteX1013" fmla="*/ 572199 w 2055097"/>
              <a:gd name="connsiteY1013" fmla="*/ 86059 h 1123443"/>
              <a:gd name="connsiteX1014" fmla="*/ 547334 w 2055097"/>
              <a:gd name="connsiteY1014" fmla="*/ 92035 h 1123443"/>
              <a:gd name="connsiteX1015" fmla="*/ 572199 w 2055097"/>
              <a:gd name="connsiteY1015" fmla="*/ 86059 h 1123443"/>
              <a:gd name="connsiteX1016" fmla="*/ 1190921 w 2055097"/>
              <a:gd name="connsiteY1016" fmla="*/ 5381 h 1123443"/>
              <a:gd name="connsiteX1017" fmla="*/ 1212559 w 2055097"/>
              <a:gd name="connsiteY1017" fmla="*/ 7176 h 1123443"/>
              <a:gd name="connsiteX1018" fmla="*/ 1190921 w 2055097"/>
              <a:gd name="connsiteY1018" fmla="*/ 5381 h 1123443"/>
              <a:gd name="connsiteX1019" fmla="*/ 701347 w 2055097"/>
              <a:gd name="connsiteY1019" fmla="*/ 60888 h 1123443"/>
              <a:gd name="connsiteX1020" fmla="*/ 608752 w 2055097"/>
              <a:gd name="connsiteY1020" fmla="*/ 77545 h 1123443"/>
              <a:gd name="connsiteX1021" fmla="*/ 700108 w 2055097"/>
              <a:gd name="connsiteY1021" fmla="*/ 61193 h 1123443"/>
              <a:gd name="connsiteX1022" fmla="*/ 701347 w 2055097"/>
              <a:gd name="connsiteY1022" fmla="*/ 60888 h 1123443"/>
              <a:gd name="connsiteX1023" fmla="*/ 871422 w 2055097"/>
              <a:gd name="connsiteY1023" fmla="*/ 42439 h 1123443"/>
              <a:gd name="connsiteX1024" fmla="*/ 884228 w 2055097"/>
              <a:gd name="connsiteY1024" fmla="*/ 41650 h 1123443"/>
              <a:gd name="connsiteX1025" fmla="*/ 907675 w 2055097"/>
              <a:gd name="connsiteY1025" fmla="*/ 40453 h 1123443"/>
              <a:gd name="connsiteX1026" fmla="*/ 871422 w 2055097"/>
              <a:gd name="connsiteY1026" fmla="*/ 42439 h 1123443"/>
              <a:gd name="connsiteX1027" fmla="*/ 566563 w 2055097"/>
              <a:gd name="connsiteY1027" fmla="*/ 86752 h 1123443"/>
              <a:gd name="connsiteX1028" fmla="*/ 584195 w 2055097"/>
              <a:gd name="connsiteY1028" fmla="*/ 82776 h 1123443"/>
              <a:gd name="connsiteX1029" fmla="*/ 566563 w 2055097"/>
              <a:gd name="connsiteY1029" fmla="*/ 86752 h 1123443"/>
              <a:gd name="connsiteX1030" fmla="*/ 710105 w 2055097"/>
              <a:gd name="connsiteY1030" fmla="*/ 59539 h 1123443"/>
              <a:gd name="connsiteX1031" fmla="*/ 807114 w 2055097"/>
              <a:gd name="connsiteY1031" fmla="*/ 47688 h 1123443"/>
              <a:gd name="connsiteX1032" fmla="*/ 771568 w 2055097"/>
              <a:gd name="connsiteY1032" fmla="*/ 51514 h 1123443"/>
              <a:gd name="connsiteX1033" fmla="*/ 768120 w 2055097"/>
              <a:gd name="connsiteY1033" fmla="*/ 51990 h 1123443"/>
              <a:gd name="connsiteX1034" fmla="*/ 761916 w 2055097"/>
              <a:gd name="connsiteY1034" fmla="*/ 52643 h 1123443"/>
              <a:gd name="connsiteX1035" fmla="*/ 710105 w 2055097"/>
              <a:gd name="connsiteY1035" fmla="*/ 59539 h 1123443"/>
              <a:gd name="connsiteX1036" fmla="*/ 875521 w 2055097"/>
              <a:gd name="connsiteY1036" fmla="*/ 42095 h 1123443"/>
              <a:gd name="connsiteX1037" fmla="*/ 931212 w 2055097"/>
              <a:gd name="connsiteY1037" fmla="*/ 39150 h 1123443"/>
              <a:gd name="connsiteX1038" fmla="*/ 875521 w 2055097"/>
              <a:gd name="connsiteY1038" fmla="*/ 42095 h 1123443"/>
              <a:gd name="connsiteX1039" fmla="*/ 702879 w 2055097"/>
              <a:gd name="connsiteY1039" fmla="*/ 60455 h 1123443"/>
              <a:gd name="connsiteX1040" fmla="*/ 723667 w 2055097"/>
              <a:gd name="connsiteY1040" fmla="*/ 57461 h 1123443"/>
              <a:gd name="connsiteX1041" fmla="*/ 702879 w 2055097"/>
              <a:gd name="connsiteY1041" fmla="*/ 60455 h 1123443"/>
              <a:gd name="connsiteX1042" fmla="*/ 569318 w 2055097"/>
              <a:gd name="connsiteY1042" fmla="*/ 85884 h 1123443"/>
              <a:gd name="connsiteX1043" fmla="*/ 540403 w 2055097"/>
              <a:gd name="connsiteY1043" fmla="*/ 92906 h 1123443"/>
              <a:gd name="connsiteX1044" fmla="*/ 569318 w 2055097"/>
              <a:gd name="connsiteY1044" fmla="*/ 85884 h 1123443"/>
              <a:gd name="connsiteX1045" fmla="*/ 583524 w 2055097"/>
              <a:gd name="connsiteY1045" fmla="*/ 82399 h 1123443"/>
              <a:gd name="connsiteX1046" fmla="*/ 576428 w 2055097"/>
              <a:gd name="connsiteY1046" fmla="*/ 84124 h 1123443"/>
              <a:gd name="connsiteX1047" fmla="*/ 557213 w 2055097"/>
              <a:gd name="connsiteY1047" fmla="*/ 88511 h 1123443"/>
              <a:gd name="connsiteX1048" fmla="*/ 549333 w 2055097"/>
              <a:gd name="connsiteY1048" fmla="*/ 90554 h 1123443"/>
              <a:gd name="connsiteX1049" fmla="*/ 583524 w 2055097"/>
              <a:gd name="connsiteY1049" fmla="*/ 82399 h 1123443"/>
              <a:gd name="connsiteX1050" fmla="*/ 876412 w 2055097"/>
              <a:gd name="connsiteY1050" fmla="*/ 41933 h 1123443"/>
              <a:gd name="connsiteX1051" fmla="*/ 885892 w 2055097"/>
              <a:gd name="connsiteY1051" fmla="*/ 41213 h 1123443"/>
              <a:gd name="connsiteX1052" fmla="*/ 876412 w 2055097"/>
              <a:gd name="connsiteY1052" fmla="*/ 41933 h 1123443"/>
              <a:gd name="connsiteX1053" fmla="*/ 483347 w 2055097"/>
              <a:gd name="connsiteY1053" fmla="*/ 108404 h 1123443"/>
              <a:gd name="connsiteX1054" fmla="*/ 447541 w 2055097"/>
              <a:gd name="connsiteY1054" fmla="*/ 119373 h 1123443"/>
              <a:gd name="connsiteX1055" fmla="*/ 483347 w 2055097"/>
              <a:gd name="connsiteY1055" fmla="*/ 108404 h 1123443"/>
              <a:gd name="connsiteX1056" fmla="*/ 1216420 w 2055097"/>
              <a:gd name="connsiteY1056" fmla="*/ 6617 h 1123443"/>
              <a:gd name="connsiteX1057" fmla="*/ 1216382 w 2055097"/>
              <a:gd name="connsiteY1057" fmla="*/ 6613 h 1123443"/>
              <a:gd name="connsiteX1058" fmla="*/ 1222178 w 2055097"/>
              <a:gd name="connsiteY1058" fmla="*/ 7302 h 1123443"/>
              <a:gd name="connsiteX1059" fmla="*/ 1248095 w 2055097"/>
              <a:gd name="connsiteY1059" fmla="*/ 9872 h 1123443"/>
              <a:gd name="connsiteX1060" fmla="*/ 1272608 w 2055097"/>
              <a:gd name="connsiteY1060" fmla="*/ 12885 h 1123443"/>
              <a:gd name="connsiteX1061" fmla="*/ 1270923 w 2055097"/>
              <a:gd name="connsiteY1061" fmla="*/ 12903 h 1123443"/>
              <a:gd name="connsiteX1062" fmla="*/ 1221291 w 2055097"/>
              <a:gd name="connsiteY1062" fmla="*/ 7314 h 1123443"/>
              <a:gd name="connsiteX1063" fmla="*/ 1228443 w 2055097"/>
              <a:gd name="connsiteY1063" fmla="*/ 8207 h 1123443"/>
              <a:gd name="connsiteX1064" fmla="*/ 1216420 w 2055097"/>
              <a:gd name="connsiteY1064" fmla="*/ 6617 h 1123443"/>
              <a:gd name="connsiteX1065" fmla="*/ 890340 w 2055097"/>
              <a:gd name="connsiteY1065" fmla="*/ 40938 h 1123443"/>
              <a:gd name="connsiteX1066" fmla="*/ 932070 w 2055097"/>
              <a:gd name="connsiteY1066" fmla="*/ 39015 h 1123443"/>
              <a:gd name="connsiteX1067" fmla="*/ 890340 w 2055097"/>
              <a:gd name="connsiteY1067" fmla="*/ 40938 h 1123443"/>
              <a:gd name="connsiteX1068" fmla="*/ 897467 w 2055097"/>
              <a:gd name="connsiteY1068" fmla="*/ 1117181 h 1123443"/>
              <a:gd name="connsiteX1069" fmla="*/ 917761 w 2055097"/>
              <a:gd name="connsiteY1069" fmla="*/ 1118738 h 1123443"/>
              <a:gd name="connsiteX1070" fmla="*/ 897467 w 2055097"/>
              <a:gd name="connsiteY1070" fmla="*/ 1117181 h 1123443"/>
              <a:gd name="connsiteX1071" fmla="*/ 1086148 w 2055097"/>
              <a:gd name="connsiteY1071" fmla="*/ 1121573 h 1123443"/>
              <a:gd name="connsiteX1072" fmla="*/ 1097330 w 2055097"/>
              <a:gd name="connsiteY1072" fmla="*/ 1120505 h 1123443"/>
              <a:gd name="connsiteX1073" fmla="*/ 1086148 w 2055097"/>
              <a:gd name="connsiteY1073" fmla="*/ 1121573 h 1123443"/>
              <a:gd name="connsiteX1074" fmla="*/ 219778 w 2055097"/>
              <a:gd name="connsiteY1074" fmla="*/ 905292 h 1123443"/>
              <a:gd name="connsiteX1075" fmla="*/ 222342 w 2055097"/>
              <a:gd name="connsiteY1075" fmla="*/ 906843 h 1123443"/>
              <a:gd name="connsiteX1076" fmla="*/ 219778 w 2055097"/>
              <a:gd name="connsiteY1076" fmla="*/ 905292 h 1123443"/>
              <a:gd name="connsiteX1077" fmla="*/ 731196 w 2055097"/>
              <a:gd name="connsiteY1077" fmla="*/ 1098041 h 1123443"/>
              <a:gd name="connsiteX1078" fmla="*/ 748454 w 2055097"/>
              <a:gd name="connsiteY1078" fmla="*/ 1100689 h 1123443"/>
              <a:gd name="connsiteX1079" fmla="*/ 731196 w 2055097"/>
              <a:gd name="connsiteY1079" fmla="*/ 1098041 h 1123443"/>
              <a:gd name="connsiteX1080" fmla="*/ 215996 w 2055097"/>
              <a:gd name="connsiteY1080" fmla="*/ 902695 h 1123443"/>
              <a:gd name="connsiteX1081" fmla="*/ 202612 w 2055097"/>
              <a:gd name="connsiteY1081" fmla="*/ 892861 h 1123443"/>
              <a:gd name="connsiteX1082" fmla="*/ 215996 w 2055097"/>
              <a:gd name="connsiteY1082" fmla="*/ 902695 h 1123443"/>
              <a:gd name="connsiteX1083" fmla="*/ 673551 w 2055097"/>
              <a:gd name="connsiteY1083" fmla="*/ 64540 h 1123443"/>
              <a:gd name="connsiteX1084" fmla="*/ 635196 w 2055097"/>
              <a:gd name="connsiteY1084" fmla="*/ 71487 h 1123443"/>
              <a:gd name="connsiteX1085" fmla="*/ 673551 w 2055097"/>
              <a:gd name="connsiteY1085" fmla="*/ 64540 h 1123443"/>
              <a:gd name="connsiteX1086" fmla="*/ 1027543 w 2055097"/>
              <a:gd name="connsiteY1086" fmla="*/ 1122166 h 1123443"/>
              <a:gd name="connsiteX1087" fmla="*/ 1025736 w 2055097"/>
              <a:gd name="connsiteY1087" fmla="*/ 1121954 h 1123443"/>
              <a:gd name="connsiteX1088" fmla="*/ 1015128 w 2055097"/>
              <a:gd name="connsiteY1088" fmla="*/ 1122030 h 1123443"/>
              <a:gd name="connsiteX1089" fmla="*/ 1025736 w 2055097"/>
              <a:gd name="connsiteY1089" fmla="*/ 1122158 h 1123443"/>
              <a:gd name="connsiteX1090" fmla="*/ 1027543 w 2055097"/>
              <a:gd name="connsiteY1090" fmla="*/ 1122166 h 1123443"/>
              <a:gd name="connsiteX1091" fmla="*/ 2902 w 2055097"/>
              <a:gd name="connsiteY1091" fmla="*/ 514584 h 1123443"/>
              <a:gd name="connsiteX1092" fmla="*/ 4824 w 2055097"/>
              <a:gd name="connsiteY1092" fmla="*/ 502171 h 1123443"/>
              <a:gd name="connsiteX1093" fmla="*/ 2902 w 2055097"/>
              <a:gd name="connsiteY1093" fmla="*/ 514584 h 1123443"/>
              <a:gd name="connsiteX1094" fmla="*/ 47026 w 2055097"/>
              <a:gd name="connsiteY1094" fmla="*/ 389360 h 1123443"/>
              <a:gd name="connsiteX1095" fmla="*/ 34469 w 2055097"/>
              <a:gd name="connsiteY1095" fmla="*/ 412496 h 1123443"/>
              <a:gd name="connsiteX1096" fmla="*/ 47026 w 2055097"/>
              <a:gd name="connsiteY1096" fmla="*/ 389360 h 1123443"/>
              <a:gd name="connsiteX1097" fmla="*/ 1248916 w 2055097"/>
              <a:gd name="connsiteY1097" fmla="*/ 9842 h 1123443"/>
              <a:gd name="connsiteX1098" fmla="*/ 1270597 w 2055097"/>
              <a:gd name="connsiteY1098" fmla="*/ 12284 h 1123443"/>
              <a:gd name="connsiteX1099" fmla="*/ 1248916 w 2055097"/>
              <a:gd name="connsiteY1099" fmla="*/ 9842 h 1123443"/>
              <a:gd name="connsiteX1100" fmla="*/ 299522 w 2055097"/>
              <a:gd name="connsiteY1100" fmla="*/ 955063 h 1123443"/>
              <a:gd name="connsiteX1101" fmla="*/ 326201 w 2055097"/>
              <a:gd name="connsiteY1101" fmla="*/ 969225 h 1123443"/>
              <a:gd name="connsiteX1102" fmla="*/ 299522 w 2055097"/>
              <a:gd name="connsiteY1102" fmla="*/ 955063 h 1123443"/>
              <a:gd name="connsiteX1103" fmla="*/ 967959 w 2055097"/>
              <a:gd name="connsiteY1103" fmla="*/ 1121224 h 1123443"/>
              <a:gd name="connsiteX1104" fmla="*/ 993909 w 2055097"/>
              <a:gd name="connsiteY1104" fmla="*/ 1121744 h 1123443"/>
              <a:gd name="connsiteX1105" fmla="*/ 967959 w 2055097"/>
              <a:gd name="connsiteY1105" fmla="*/ 1121224 h 1123443"/>
              <a:gd name="connsiteX1106" fmla="*/ 177454 w 2055097"/>
              <a:gd name="connsiteY1106" fmla="*/ 873781 h 1123443"/>
              <a:gd name="connsiteX1107" fmla="*/ 185346 w 2055097"/>
              <a:gd name="connsiteY1107" fmla="*/ 879692 h 1123443"/>
              <a:gd name="connsiteX1108" fmla="*/ 177454 w 2055097"/>
              <a:gd name="connsiteY1108" fmla="*/ 873781 h 1123443"/>
              <a:gd name="connsiteX1109" fmla="*/ 580751 w 2055097"/>
              <a:gd name="connsiteY1109" fmla="*/ 1065832 h 1123443"/>
              <a:gd name="connsiteX1110" fmla="*/ 597088 w 2055097"/>
              <a:gd name="connsiteY1110" fmla="*/ 1070082 h 1123443"/>
              <a:gd name="connsiteX1111" fmla="*/ 580751 w 2055097"/>
              <a:gd name="connsiteY1111" fmla="*/ 1065832 h 1123443"/>
              <a:gd name="connsiteX1112" fmla="*/ 430397 w 2055097"/>
              <a:gd name="connsiteY1112" fmla="*/ 124520 h 1123443"/>
              <a:gd name="connsiteX1113" fmla="*/ 455137 w 2055097"/>
              <a:gd name="connsiteY1113" fmla="*/ 116310 h 1123443"/>
              <a:gd name="connsiteX1114" fmla="*/ 430397 w 2055097"/>
              <a:gd name="connsiteY1114" fmla="*/ 124520 h 1123443"/>
              <a:gd name="connsiteX1115" fmla="*/ 63808 w 2055097"/>
              <a:gd name="connsiteY1115" fmla="*/ 751872 h 1123443"/>
              <a:gd name="connsiteX1116" fmla="*/ 73819 w 2055097"/>
              <a:gd name="connsiteY1116" fmla="*/ 766085 h 1123443"/>
              <a:gd name="connsiteX1117" fmla="*/ 63808 w 2055097"/>
              <a:gd name="connsiteY1117" fmla="*/ 751872 h 1123443"/>
              <a:gd name="connsiteX1118" fmla="*/ 10418 w 2055097"/>
              <a:gd name="connsiteY1118" fmla="*/ 474335 h 1123443"/>
              <a:gd name="connsiteX1119" fmla="*/ 17086 w 2055097"/>
              <a:gd name="connsiteY1119" fmla="*/ 453166 h 1123443"/>
              <a:gd name="connsiteX1120" fmla="*/ 24251 w 2055097"/>
              <a:gd name="connsiteY1120" fmla="*/ 433852 h 1123443"/>
              <a:gd name="connsiteX1121" fmla="*/ 10418 w 2055097"/>
              <a:gd name="connsiteY1121" fmla="*/ 474335 h 1123443"/>
              <a:gd name="connsiteX1122" fmla="*/ 73193 w 2055097"/>
              <a:gd name="connsiteY1122" fmla="*/ 350478 h 1123443"/>
              <a:gd name="connsiteX1123" fmla="*/ 80887 w 2055097"/>
              <a:gd name="connsiteY1123" fmla="*/ 340210 h 1123443"/>
              <a:gd name="connsiteX1124" fmla="*/ 77595 w 2055097"/>
              <a:gd name="connsiteY1124" fmla="*/ 344616 h 1123443"/>
              <a:gd name="connsiteX1125" fmla="*/ 99828 w 2055097"/>
              <a:gd name="connsiteY1125" fmla="*/ 319041 h 1123443"/>
              <a:gd name="connsiteX1126" fmla="*/ 100569 w 2055097"/>
              <a:gd name="connsiteY1126" fmla="*/ 317928 h 1123443"/>
              <a:gd name="connsiteX1127" fmla="*/ 122772 w 2055097"/>
              <a:gd name="connsiteY1127" fmla="*/ 295890 h 1123443"/>
              <a:gd name="connsiteX1128" fmla="*/ 139484 w 2055097"/>
              <a:gd name="connsiteY1128" fmla="*/ 280606 h 1123443"/>
              <a:gd name="connsiteX1129" fmla="*/ 156056 w 2055097"/>
              <a:gd name="connsiteY1129" fmla="*/ 266921 h 1123443"/>
              <a:gd name="connsiteX1130" fmla="*/ 286053 w 2055097"/>
              <a:gd name="connsiteY1130" fmla="*/ 184500 h 1123443"/>
              <a:gd name="connsiteX1131" fmla="*/ 202825 w 2055097"/>
              <a:gd name="connsiteY1131" fmla="*/ 232996 h 1123443"/>
              <a:gd name="connsiteX1132" fmla="*/ 190862 w 2055097"/>
              <a:gd name="connsiteY1132" fmla="*/ 241024 h 1123443"/>
              <a:gd name="connsiteX1133" fmla="*/ 73217 w 2055097"/>
              <a:gd name="connsiteY1133" fmla="*/ 350447 h 1123443"/>
              <a:gd name="connsiteX1134" fmla="*/ 73193 w 2055097"/>
              <a:gd name="connsiteY1134" fmla="*/ 350478 h 1123443"/>
              <a:gd name="connsiteX1135" fmla="*/ 1140591 w 2055097"/>
              <a:gd name="connsiteY1135" fmla="*/ 1119320 h 1123443"/>
              <a:gd name="connsiteX1136" fmla="*/ 1179175 w 2055097"/>
              <a:gd name="connsiteY1136" fmla="*/ 1116477 h 1123443"/>
              <a:gd name="connsiteX1137" fmla="*/ 1140591 w 2055097"/>
              <a:gd name="connsiteY1137" fmla="*/ 1119320 h 1123443"/>
              <a:gd name="connsiteX1138" fmla="*/ 939808 w 2055097"/>
              <a:gd name="connsiteY1138" fmla="*/ 1121312 h 1123443"/>
              <a:gd name="connsiteX1139" fmla="*/ 910782 w 2055097"/>
              <a:gd name="connsiteY1139" fmla="*/ 1120030 h 1123443"/>
              <a:gd name="connsiteX1140" fmla="*/ 910723 w 2055097"/>
              <a:gd name="connsiteY1140" fmla="*/ 1120027 h 1123443"/>
              <a:gd name="connsiteX1141" fmla="*/ 910469 w 2055097"/>
              <a:gd name="connsiteY1141" fmla="*/ 1119757 h 1123443"/>
              <a:gd name="connsiteX1142" fmla="*/ 906793 w 2055097"/>
              <a:gd name="connsiteY1142" fmla="*/ 1119197 h 1123443"/>
              <a:gd name="connsiteX1143" fmla="*/ 922161 w 2055097"/>
              <a:gd name="connsiteY1143" fmla="*/ 1120530 h 1123443"/>
              <a:gd name="connsiteX1144" fmla="*/ 946933 w 2055097"/>
              <a:gd name="connsiteY1144" fmla="*/ 1121411 h 1123443"/>
              <a:gd name="connsiteX1145" fmla="*/ 938141 w 2055097"/>
              <a:gd name="connsiteY1145" fmla="*/ 1121039 h 1123443"/>
              <a:gd name="connsiteX1146" fmla="*/ 935133 w 2055097"/>
              <a:gd name="connsiteY1146" fmla="*/ 1120619 h 1123443"/>
              <a:gd name="connsiteX1147" fmla="*/ 888335 w 2055097"/>
              <a:gd name="connsiteY1147" fmla="*/ 1117729 h 1123443"/>
              <a:gd name="connsiteX1148" fmla="*/ 952995 w 2055097"/>
              <a:gd name="connsiteY1148" fmla="*/ 1121209 h 1123443"/>
              <a:gd name="connsiteX1149" fmla="*/ 955528 w 2055097"/>
              <a:gd name="connsiteY1149" fmla="*/ 1121842 h 1123443"/>
              <a:gd name="connsiteX1150" fmla="*/ 985509 w 2055097"/>
              <a:gd name="connsiteY1150" fmla="*/ 1122646 h 1123443"/>
              <a:gd name="connsiteX1151" fmla="*/ 987761 w 2055097"/>
              <a:gd name="connsiteY1151" fmla="*/ 1122731 h 1123443"/>
              <a:gd name="connsiteX1152" fmla="*/ 1006485 w 2055097"/>
              <a:gd name="connsiteY1152" fmla="*/ 1123064 h 1123443"/>
              <a:gd name="connsiteX1153" fmla="*/ 989437 w 2055097"/>
              <a:gd name="connsiteY1153" fmla="*/ 1122811 h 1123443"/>
              <a:gd name="connsiteX1154" fmla="*/ 988762 w 2055097"/>
              <a:gd name="connsiteY1154" fmla="*/ 1122780 h 1123443"/>
              <a:gd name="connsiteX1155" fmla="*/ 949404 w 2055097"/>
              <a:gd name="connsiteY1155" fmla="*/ 1121979 h 1123443"/>
              <a:gd name="connsiteX1156" fmla="*/ 939808 w 2055097"/>
              <a:gd name="connsiteY1156" fmla="*/ 1121312 h 1123443"/>
              <a:gd name="connsiteX1157" fmla="*/ 864158 w 2055097"/>
              <a:gd name="connsiteY1157" fmla="*/ 1116485 h 1123443"/>
              <a:gd name="connsiteX1158" fmla="*/ 869070 w 2055097"/>
              <a:gd name="connsiteY1158" fmla="*/ 1116769 h 1123443"/>
              <a:gd name="connsiteX1159" fmla="*/ 778272 w 2055097"/>
              <a:gd name="connsiteY1159" fmla="*/ 1106537 h 1123443"/>
              <a:gd name="connsiteX1160" fmla="*/ 769007 w 2055097"/>
              <a:gd name="connsiteY1160" fmla="*/ 1105447 h 1123443"/>
              <a:gd name="connsiteX1161" fmla="*/ 755877 w 2055097"/>
              <a:gd name="connsiteY1161" fmla="*/ 1103119 h 1123443"/>
              <a:gd name="connsiteX1162" fmla="*/ 782624 w 2055097"/>
              <a:gd name="connsiteY1162" fmla="*/ 1107091 h 1123443"/>
              <a:gd name="connsiteX1163" fmla="*/ 803040 w 2055097"/>
              <a:gd name="connsiteY1163" fmla="*/ 1109415 h 1123443"/>
              <a:gd name="connsiteX1164" fmla="*/ 829337 w 2055097"/>
              <a:gd name="connsiteY1164" fmla="*/ 1112618 h 1123443"/>
              <a:gd name="connsiteX1165" fmla="*/ 891275 w 2055097"/>
              <a:gd name="connsiteY1165" fmla="*/ 1118257 h 1123443"/>
              <a:gd name="connsiteX1166" fmla="*/ 864158 w 2055097"/>
              <a:gd name="connsiteY1166" fmla="*/ 1116485 h 1123443"/>
              <a:gd name="connsiteX1167" fmla="*/ 10028 w 2055097"/>
              <a:gd name="connsiteY1167" fmla="*/ 635850 h 1123443"/>
              <a:gd name="connsiteX1168" fmla="*/ 4459 w 2055097"/>
              <a:gd name="connsiteY1168" fmla="*/ 610298 h 1123443"/>
              <a:gd name="connsiteX1169" fmla="*/ 10028 w 2055097"/>
              <a:gd name="connsiteY1169" fmla="*/ 635850 h 1123443"/>
              <a:gd name="connsiteX1170" fmla="*/ 1976734 w 2055097"/>
              <a:gd name="connsiteY1170" fmla="*/ 336431 h 1123443"/>
              <a:gd name="connsiteX1171" fmla="*/ 1991473 w 2055097"/>
              <a:gd name="connsiteY1171" fmla="*/ 357223 h 1123443"/>
              <a:gd name="connsiteX1172" fmla="*/ 1976734 w 2055097"/>
              <a:gd name="connsiteY1172" fmla="*/ 336431 h 1123443"/>
              <a:gd name="connsiteX1173" fmla="*/ 2051830 w 2055097"/>
              <a:gd name="connsiteY1173" fmla="*/ 510069 h 1123443"/>
              <a:gd name="connsiteX1174" fmla="*/ 2049083 w 2055097"/>
              <a:gd name="connsiteY1174" fmla="*/ 493021 h 1123443"/>
              <a:gd name="connsiteX1175" fmla="*/ 2051830 w 2055097"/>
              <a:gd name="connsiteY1175" fmla="*/ 510069 h 1123443"/>
              <a:gd name="connsiteX1176" fmla="*/ 514231 w 2055097"/>
              <a:gd name="connsiteY1176" fmla="*/ 1047562 h 1123443"/>
              <a:gd name="connsiteX1177" fmla="*/ 498284 w 2055097"/>
              <a:gd name="connsiteY1177" fmla="*/ 1042306 h 1123443"/>
              <a:gd name="connsiteX1178" fmla="*/ 514231 w 2055097"/>
              <a:gd name="connsiteY1178" fmla="*/ 1047562 h 1123443"/>
              <a:gd name="connsiteX1179" fmla="*/ 2003340 w 2055097"/>
              <a:gd name="connsiteY1179" fmla="*/ 733621 h 1123443"/>
              <a:gd name="connsiteX1180" fmla="*/ 1991766 w 2055097"/>
              <a:gd name="connsiteY1180" fmla="*/ 751918 h 1123443"/>
              <a:gd name="connsiteX1181" fmla="*/ 2003340 w 2055097"/>
              <a:gd name="connsiteY1181" fmla="*/ 733621 h 1123443"/>
              <a:gd name="connsiteX1182" fmla="*/ 1954851 w 2055097"/>
              <a:gd name="connsiteY1182" fmla="*/ 800462 h 1123443"/>
              <a:gd name="connsiteX1183" fmla="*/ 1971333 w 2055097"/>
              <a:gd name="connsiteY1183" fmla="*/ 780381 h 1123443"/>
              <a:gd name="connsiteX1184" fmla="*/ 1954851 w 2055097"/>
              <a:gd name="connsiteY1184" fmla="*/ 800462 h 1123443"/>
              <a:gd name="connsiteX1185" fmla="*/ 173758 w 2055097"/>
              <a:gd name="connsiteY1185" fmla="*/ 871869 h 1123443"/>
              <a:gd name="connsiteX1186" fmla="*/ 147449 w 2055097"/>
              <a:gd name="connsiteY1186" fmla="*/ 849212 h 1123443"/>
              <a:gd name="connsiteX1187" fmla="*/ 173758 w 2055097"/>
              <a:gd name="connsiteY1187" fmla="*/ 871869 h 1123443"/>
              <a:gd name="connsiteX1188" fmla="*/ 317849 w 2055097"/>
              <a:gd name="connsiteY1188" fmla="*/ 966565 h 1123443"/>
              <a:gd name="connsiteX1189" fmla="*/ 323999 w 2055097"/>
              <a:gd name="connsiteY1189" fmla="*/ 969634 h 1123443"/>
              <a:gd name="connsiteX1190" fmla="*/ 317849 w 2055097"/>
              <a:gd name="connsiteY1190" fmla="*/ 966565 h 1123443"/>
              <a:gd name="connsiteX1191" fmla="*/ 193215 w 2055097"/>
              <a:gd name="connsiteY1191" fmla="*/ 887510 h 1123443"/>
              <a:gd name="connsiteX1192" fmla="*/ 214337 w 2055097"/>
              <a:gd name="connsiteY1192" fmla="*/ 902994 h 1123443"/>
              <a:gd name="connsiteX1193" fmla="*/ 193215 w 2055097"/>
              <a:gd name="connsiteY1193" fmla="*/ 887510 h 1123443"/>
              <a:gd name="connsiteX1194" fmla="*/ 1944665 w 2055097"/>
              <a:gd name="connsiteY1194" fmla="*/ 297682 h 1123443"/>
              <a:gd name="connsiteX1195" fmla="*/ 1966811 w 2055097"/>
              <a:gd name="connsiteY1195" fmla="*/ 323382 h 1123443"/>
              <a:gd name="connsiteX1196" fmla="*/ 1944665 w 2055097"/>
              <a:gd name="connsiteY1196" fmla="*/ 297682 h 1123443"/>
              <a:gd name="connsiteX1197" fmla="*/ 505017 w 2055097"/>
              <a:gd name="connsiteY1197" fmla="*/ 1044837 h 1123443"/>
              <a:gd name="connsiteX1198" fmla="*/ 472297 w 2055097"/>
              <a:gd name="connsiteY1198" fmla="*/ 1033788 h 1123443"/>
              <a:gd name="connsiteX1199" fmla="*/ 505017 w 2055097"/>
              <a:gd name="connsiteY1199" fmla="*/ 1044837 h 1123443"/>
              <a:gd name="connsiteX1200" fmla="*/ 62262 w 2055097"/>
              <a:gd name="connsiteY1200" fmla="*/ 751557 h 1123443"/>
              <a:gd name="connsiteX1201" fmla="*/ 43971 w 2055097"/>
              <a:gd name="connsiteY1201" fmla="*/ 721676 h 1123443"/>
              <a:gd name="connsiteX1202" fmla="*/ 62262 w 2055097"/>
              <a:gd name="connsiteY1202" fmla="*/ 751557 h 1123443"/>
              <a:gd name="connsiteX1203" fmla="*/ 112588 w 2055097"/>
              <a:gd name="connsiteY1203" fmla="*/ 815129 h 1123443"/>
              <a:gd name="connsiteX1204" fmla="*/ 101228 w 2055097"/>
              <a:gd name="connsiteY1204" fmla="*/ 802513 h 1123443"/>
              <a:gd name="connsiteX1205" fmla="*/ 112588 w 2055097"/>
              <a:gd name="connsiteY1205" fmla="*/ 815129 h 1123443"/>
              <a:gd name="connsiteX1206" fmla="*/ 1197609 w 2055097"/>
              <a:gd name="connsiteY1206" fmla="*/ 3706 h 1123443"/>
              <a:gd name="connsiteX1207" fmla="*/ 1210224 w 2055097"/>
              <a:gd name="connsiteY1207" fmla="*/ 4774 h 1123443"/>
              <a:gd name="connsiteX1208" fmla="*/ 1197609 w 2055097"/>
              <a:gd name="connsiteY1208" fmla="*/ 3706 h 11234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</a:cxnLst>
            <a:rect l="l" t="t" r="r" b="b"/>
            <a:pathLst>
              <a:path w="2055097" h="1123443">
                <a:moveTo>
                  <a:pt x="1410960" y="50654"/>
                </a:moveTo>
                <a:cubicBezTo>
                  <a:pt x="1413952" y="51304"/>
                  <a:pt x="1426082" y="54189"/>
                  <a:pt x="1431380" y="55477"/>
                </a:cubicBezTo>
                <a:cubicBezTo>
                  <a:pt x="1425272" y="54167"/>
                  <a:pt x="1400103" y="48251"/>
                  <a:pt x="1410960" y="50654"/>
                </a:cubicBezTo>
                <a:close/>
                <a:moveTo>
                  <a:pt x="1917519" y="270402"/>
                </a:moveTo>
                <a:cubicBezTo>
                  <a:pt x="1914139" y="267317"/>
                  <a:pt x="1910698" y="264255"/>
                  <a:pt x="1907210" y="261214"/>
                </a:cubicBezTo>
                <a:cubicBezTo>
                  <a:pt x="1917025" y="270059"/>
                  <a:pt x="1929402" y="281941"/>
                  <a:pt x="1937859" y="290901"/>
                </a:cubicBezTo>
                <a:cubicBezTo>
                  <a:pt x="1939233" y="292341"/>
                  <a:pt x="1935514" y="288777"/>
                  <a:pt x="1938754" y="292169"/>
                </a:cubicBezTo>
                <a:cubicBezTo>
                  <a:pt x="1941980" y="295572"/>
                  <a:pt x="1941594" y="294708"/>
                  <a:pt x="1946224" y="299662"/>
                </a:cubicBezTo>
                <a:cubicBezTo>
                  <a:pt x="1951563" y="304986"/>
                  <a:pt x="1974018" y="331921"/>
                  <a:pt x="1981040" y="342087"/>
                </a:cubicBezTo>
                <a:cubicBezTo>
                  <a:pt x="2008001" y="378687"/>
                  <a:pt x="2030024" y="420059"/>
                  <a:pt x="2042509" y="464407"/>
                </a:cubicBezTo>
                <a:cubicBezTo>
                  <a:pt x="2027724" y="419339"/>
                  <a:pt x="2042956" y="464629"/>
                  <a:pt x="2045657" y="477729"/>
                </a:cubicBezTo>
                <a:cubicBezTo>
                  <a:pt x="2045765" y="480695"/>
                  <a:pt x="2048991" y="479616"/>
                  <a:pt x="2054114" y="527155"/>
                </a:cubicBezTo>
                <a:cubicBezTo>
                  <a:pt x="2055457" y="547699"/>
                  <a:pt x="2054516" y="541424"/>
                  <a:pt x="2054639" y="551145"/>
                </a:cubicBezTo>
                <a:cubicBezTo>
                  <a:pt x="2054639" y="551960"/>
                  <a:pt x="2054639" y="552889"/>
                  <a:pt x="2054639" y="553956"/>
                </a:cubicBezTo>
                <a:cubicBezTo>
                  <a:pt x="2054577" y="558896"/>
                  <a:pt x="2054624" y="566807"/>
                  <a:pt x="2053682" y="580074"/>
                </a:cubicBezTo>
                <a:cubicBezTo>
                  <a:pt x="2055935" y="541238"/>
                  <a:pt x="2055935" y="579617"/>
                  <a:pt x="2050441" y="609753"/>
                </a:cubicBezTo>
                <a:cubicBezTo>
                  <a:pt x="2050133" y="615054"/>
                  <a:pt x="2040101" y="656352"/>
                  <a:pt x="2032647" y="673646"/>
                </a:cubicBezTo>
                <a:cubicBezTo>
                  <a:pt x="2030394" y="679594"/>
                  <a:pt x="2026953" y="688710"/>
                  <a:pt x="2023357" y="696471"/>
                </a:cubicBezTo>
                <a:cubicBezTo>
                  <a:pt x="2020888" y="701791"/>
                  <a:pt x="2018897" y="705624"/>
                  <a:pt x="2014915" y="713327"/>
                </a:cubicBezTo>
                <a:cubicBezTo>
                  <a:pt x="1996257" y="749120"/>
                  <a:pt x="1972768" y="781297"/>
                  <a:pt x="1945745" y="810945"/>
                </a:cubicBezTo>
                <a:cubicBezTo>
                  <a:pt x="1960746" y="793173"/>
                  <a:pt x="1933260" y="824264"/>
                  <a:pt x="1931563" y="825472"/>
                </a:cubicBezTo>
                <a:cubicBezTo>
                  <a:pt x="1924911" y="832304"/>
                  <a:pt x="1954419" y="800761"/>
                  <a:pt x="1942705" y="813157"/>
                </a:cubicBezTo>
                <a:cubicBezTo>
                  <a:pt x="1926470" y="830803"/>
                  <a:pt x="1909170" y="847317"/>
                  <a:pt x="1891314" y="862681"/>
                </a:cubicBezTo>
                <a:cubicBezTo>
                  <a:pt x="1906222" y="850023"/>
                  <a:pt x="1871946" y="880092"/>
                  <a:pt x="1865109" y="884587"/>
                </a:cubicBezTo>
                <a:cubicBezTo>
                  <a:pt x="1869322" y="884330"/>
                  <a:pt x="1776139" y="946408"/>
                  <a:pt x="1760676" y="953138"/>
                </a:cubicBezTo>
                <a:cubicBezTo>
                  <a:pt x="1757589" y="954726"/>
                  <a:pt x="1778068" y="944445"/>
                  <a:pt x="1730844" y="969533"/>
                </a:cubicBezTo>
                <a:cubicBezTo>
                  <a:pt x="1725659" y="972196"/>
                  <a:pt x="1727526" y="971003"/>
                  <a:pt x="1724810" y="972418"/>
                </a:cubicBezTo>
                <a:cubicBezTo>
                  <a:pt x="1723189" y="973266"/>
                  <a:pt x="1713544" y="978897"/>
                  <a:pt x="1702895" y="983632"/>
                </a:cubicBezTo>
                <a:cubicBezTo>
                  <a:pt x="1698867" y="985223"/>
                  <a:pt x="1723853" y="973624"/>
                  <a:pt x="1669005" y="998883"/>
                </a:cubicBezTo>
                <a:cubicBezTo>
                  <a:pt x="1691599" y="990290"/>
                  <a:pt x="1591856" y="1031802"/>
                  <a:pt x="1572951" y="1036804"/>
                </a:cubicBezTo>
                <a:cubicBezTo>
                  <a:pt x="1576717" y="1035588"/>
                  <a:pt x="1580467" y="1034358"/>
                  <a:pt x="1584217" y="1033115"/>
                </a:cubicBezTo>
                <a:cubicBezTo>
                  <a:pt x="1565729" y="1039415"/>
                  <a:pt x="1562334" y="1040673"/>
                  <a:pt x="1558136" y="1042088"/>
                </a:cubicBezTo>
                <a:cubicBezTo>
                  <a:pt x="1541530" y="1047621"/>
                  <a:pt x="1517764" y="1054735"/>
                  <a:pt x="1502115" y="1059223"/>
                </a:cubicBezTo>
                <a:cubicBezTo>
                  <a:pt x="1483620" y="1064503"/>
                  <a:pt x="1483461" y="1064992"/>
                  <a:pt x="1461713" y="1070520"/>
                </a:cubicBezTo>
                <a:cubicBezTo>
                  <a:pt x="1466873" y="1069281"/>
                  <a:pt x="1472046" y="1068009"/>
                  <a:pt x="1477288" y="1066688"/>
                </a:cubicBezTo>
                <a:cubicBezTo>
                  <a:pt x="1462150" y="1070739"/>
                  <a:pt x="1447288" y="1074469"/>
                  <a:pt x="1432001" y="1078065"/>
                </a:cubicBezTo>
                <a:cubicBezTo>
                  <a:pt x="1467036" y="1069057"/>
                  <a:pt x="1424397" y="1079931"/>
                  <a:pt x="1421585" y="1080477"/>
                </a:cubicBezTo>
                <a:cubicBezTo>
                  <a:pt x="1417133" y="1081513"/>
                  <a:pt x="1423493" y="1079849"/>
                  <a:pt x="1416037" y="1081567"/>
                </a:cubicBezTo>
                <a:cubicBezTo>
                  <a:pt x="1415261" y="1081738"/>
                  <a:pt x="1416448" y="1081712"/>
                  <a:pt x="1404888" y="1084272"/>
                </a:cubicBezTo>
                <a:cubicBezTo>
                  <a:pt x="1380664" y="1089516"/>
                  <a:pt x="1384290" y="1088397"/>
                  <a:pt x="1374154" y="1090450"/>
                </a:cubicBezTo>
                <a:cubicBezTo>
                  <a:pt x="1373214" y="1090621"/>
                  <a:pt x="1376555" y="1090218"/>
                  <a:pt x="1358956" y="1093609"/>
                </a:cubicBezTo>
                <a:cubicBezTo>
                  <a:pt x="1302597" y="1103870"/>
                  <a:pt x="1359297" y="1093526"/>
                  <a:pt x="1361354" y="1092990"/>
                </a:cubicBezTo>
                <a:cubicBezTo>
                  <a:pt x="1364181" y="1092328"/>
                  <a:pt x="1344792" y="1095640"/>
                  <a:pt x="1392443" y="1086257"/>
                </a:cubicBezTo>
                <a:cubicBezTo>
                  <a:pt x="1376386" y="1089510"/>
                  <a:pt x="1374731" y="1089428"/>
                  <a:pt x="1372946" y="1089786"/>
                </a:cubicBezTo>
                <a:cubicBezTo>
                  <a:pt x="1371407" y="1090144"/>
                  <a:pt x="1343719" y="1095374"/>
                  <a:pt x="1342140" y="1095604"/>
                </a:cubicBezTo>
                <a:cubicBezTo>
                  <a:pt x="1328430" y="1098125"/>
                  <a:pt x="1340554" y="1096233"/>
                  <a:pt x="1337884" y="1096742"/>
                </a:cubicBezTo>
                <a:cubicBezTo>
                  <a:pt x="1335572" y="1097259"/>
                  <a:pt x="1302270" y="1102421"/>
                  <a:pt x="1294364" y="1104180"/>
                </a:cubicBezTo>
                <a:cubicBezTo>
                  <a:pt x="1278073" y="1105881"/>
                  <a:pt x="1303717" y="1102437"/>
                  <a:pt x="1330361" y="1097785"/>
                </a:cubicBezTo>
                <a:cubicBezTo>
                  <a:pt x="1334259" y="1097040"/>
                  <a:pt x="1304832" y="1101734"/>
                  <a:pt x="1303230" y="1101913"/>
                </a:cubicBezTo>
                <a:cubicBezTo>
                  <a:pt x="1264881" y="1107590"/>
                  <a:pt x="1286172" y="1104929"/>
                  <a:pt x="1277869" y="1106466"/>
                </a:cubicBezTo>
                <a:cubicBezTo>
                  <a:pt x="1273534" y="1107252"/>
                  <a:pt x="1257928" y="1108951"/>
                  <a:pt x="1272346" y="1107505"/>
                </a:cubicBezTo>
                <a:cubicBezTo>
                  <a:pt x="1237650" y="1112060"/>
                  <a:pt x="1258654" y="1109049"/>
                  <a:pt x="1256418" y="1109315"/>
                </a:cubicBezTo>
                <a:cubicBezTo>
                  <a:pt x="1253027" y="1109695"/>
                  <a:pt x="1240821" y="1111287"/>
                  <a:pt x="1239279" y="1111437"/>
                </a:cubicBezTo>
                <a:cubicBezTo>
                  <a:pt x="1237025" y="1111670"/>
                  <a:pt x="1244834" y="1110611"/>
                  <a:pt x="1235949" y="1111574"/>
                </a:cubicBezTo>
                <a:cubicBezTo>
                  <a:pt x="1234449" y="1111738"/>
                  <a:pt x="1220246" y="1113605"/>
                  <a:pt x="1238661" y="1111665"/>
                </a:cubicBezTo>
                <a:cubicBezTo>
                  <a:pt x="1214129" y="1114380"/>
                  <a:pt x="1216232" y="1114280"/>
                  <a:pt x="1207852" y="1114661"/>
                </a:cubicBezTo>
                <a:cubicBezTo>
                  <a:pt x="1191010" y="1117161"/>
                  <a:pt x="1195509" y="1115289"/>
                  <a:pt x="1188820" y="1115838"/>
                </a:cubicBezTo>
                <a:cubicBezTo>
                  <a:pt x="1171022" y="1117215"/>
                  <a:pt x="1176303" y="1117437"/>
                  <a:pt x="1175349" y="1117561"/>
                </a:cubicBezTo>
                <a:cubicBezTo>
                  <a:pt x="1169043" y="1118445"/>
                  <a:pt x="1119700" y="1121329"/>
                  <a:pt x="1107630" y="1121752"/>
                </a:cubicBezTo>
                <a:cubicBezTo>
                  <a:pt x="1112391" y="1121132"/>
                  <a:pt x="1146579" y="1119792"/>
                  <a:pt x="1154237" y="1119088"/>
                </a:cubicBezTo>
                <a:cubicBezTo>
                  <a:pt x="1179695" y="1117078"/>
                  <a:pt x="1118248" y="1121112"/>
                  <a:pt x="1136743" y="1119309"/>
                </a:cubicBezTo>
                <a:cubicBezTo>
                  <a:pt x="1128909" y="1119937"/>
                  <a:pt x="1121299" y="1120504"/>
                  <a:pt x="1113545" y="1121030"/>
                </a:cubicBezTo>
                <a:cubicBezTo>
                  <a:pt x="1099301" y="1121201"/>
                  <a:pt x="1119555" y="1120374"/>
                  <a:pt x="1081146" y="1121795"/>
                </a:cubicBezTo>
                <a:cubicBezTo>
                  <a:pt x="1074882" y="1122368"/>
                  <a:pt x="1108303" y="1120835"/>
                  <a:pt x="1101601" y="1121325"/>
                </a:cubicBezTo>
                <a:cubicBezTo>
                  <a:pt x="1097696" y="1121675"/>
                  <a:pt x="1075326" y="1122394"/>
                  <a:pt x="1074965" y="1122456"/>
                </a:cubicBezTo>
                <a:cubicBezTo>
                  <a:pt x="1074468" y="1122595"/>
                  <a:pt x="1094665" y="1121865"/>
                  <a:pt x="1091481" y="1122110"/>
                </a:cubicBezTo>
                <a:cubicBezTo>
                  <a:pt x="1084435" y="1122961"/>
                  <a:pt x="1011441" y="1123609"/>
                  <a:pt x="1067082" y="1122606"/>
                </a:cubicBezTo>
                <a:cubicBezTo>
                  <a:pt x="1051580" y="1122916"/>
                  <a:pt x="1043549" y="1122317"/>
                  <a:pt x="1030009" y="1122556"/>
                </a:cubicBezTo>
                <a:cubicBezTo>
                  <a:pt x="1022839" y="1122686"/>
                  <a:pt x="1054571" y="1123243"/>
                  <a:pt x="1025736" y="1123439"/>
                </a:cubicBezTo>
                <a:cubicBezTo>
                  <a:pt x="1019342" y="1123458"/>
                  <a:pt x="1009981" y="1123433"/>
                  <a:pt x="996645" y="1123186"/>
                </a:cubicBezTo>
                <a:cubicBezTo>
                  <a:pt x="995236" y="1122913"/>
                  <a:pt x="1019833" y="1123348"/>
                  <a:pt x="1025736" y="1123326"/>
                </a:cubicBezTo>
                <a:cubicBezTo>
                  <a:pt x="1026441" y="1123329"/>
                  <a:pt x="1026875" y="1123329"/>
                  <a:pt x="1026961" y="1123326"/>
                </a:cubicBezTo>
                <a:cubicBezTo>
                  <a:pt x="1027427" y="1123312"/>
                  <a:pt x="1026758" y="1123186"/>
                  <a:pt x="1025736" y="1123036"/>
                </a:cubicBezTo>
                <a:cubicBezTo>
                  <a:pt x="1024262" y="1122822"/>
                  <a:pt x="1022062" y="1122559"/>
                  <a:pt x="1021486" y="1122536"/>
                </a:cubicBezTo>
                <a:cubicBezTo>
                  <a:pt x="1017975" y="1122755"/>
                  <a:pt x="942817" y="1121394"/>
                  <a:pt x="927088" y="1119766"/>
                </a:cubicBezTo>
                <a:cubicBezTo>
                  <a:pt x="933422" y="1120718"/>
                  <a:pt x="870373" y="1116220"/>
                  <a:pt x="863586" y="1115446"/>
                </a:cubicBezTo>
                <a:cubicBezTo>
                  <a:pt x="861751" y="1115320"/>
                  <a:pt x="868578" y="1116165"/>
                  <a:pt x="866617" y="1116020"/>
                </a:cubicBezTo>
                <a:cubicBezTo>
                  <a:pt x="854269" y="1115175"/>
                  <a:pt x="821800" y="1111420"/>
                  <a:pt x="806430" y="1109465"/>
                </a:cubicBezTo>
                <a:cubicBezTo>
                  <a:pt x="789389" y="1107353"/>
                  <a:pt x="791552" y="1107782"/>
                  <a:pt x="790595" y="1107671"/>
                </a:cubicBezTo>
                <a:cubicBezTo>
                  <a:pt x="783136" y="1106679"/>
                  <a:pt x="789113" y="1107324"/>
                  <a:pt x="784557" y="1106718"/>
                </a:cubicBezTo>
                <a:cubicBezTo>
                  <a:pt x="777795" y="1105995"/>
                  <a:pt x="730253" y="1098697"/>
                  <a:pt x="728035" y="1098189"/>
                </a:cubicBezTo>
                <a:cubicBezTo>
                  <a:pt x="727343" y="1098081"/>
                  <a:pt x="734963" y="1099608"/>
                  <a:pt x="724731" y="1097927"/>
                </a:cubicBezTo>
                <a:cubicBezTo>
                  <a:pt x="722993" y="1097589"/>
                  <a:pt x="724056" y="1097717"/>
                  <a:pt x="693634" y="1092180"/>
                </a:cubicBezTo>
                <a:cubicBezTo>
                  <a:pt x="657172" y="1085309"/>
                  <a:pt x="718925" y="1097327"/>
                  <a:pt x="703722" y="1094715"/>
                </a:cubicBezTo>
                <a:cubicBezTo>
                  <a:pt x="680283" y="1089927"/>
                  <a:pt x="681057" y="1090371"/>
                  <a:pt x="674733" y="1089096"/>
                </a:cubicBezTo>
                <a:cubicBezTo>
                  <a:pt x="672554" y="1088644"/>
                  <a:pt x="656072" y="1084960"/>
                  <a:pt x="638468" y="1080988"/>
                </a:cubicBezTo>
                <a:cubicBezTo>
                  <a:pt x="651107" y="1083789"/>
                  <a:pt x="663963" y="1086471"/>
                  <a:pt x="676752" y="1088979"/>
                </a:cubicBezTo>
                <a:cubicBezTo>
                  <a:pt x="664166" y="1086442"/>
                  <a:pt x="639784" y="1081210"/>
                  <a:pt x="629662" y="1078740"/>
                </a:cubicBezTo>
                <a:cubicBezTo>
                  <a:pt x="624708" y="1077543"/>
                  <a:pt x="628856" y="1078244"/>
                  <a:pt x="617931" y="1075647"/>
                </a:cubicBezTo>
                <a:cubicBezTo>
                  <a:pt x="615596" y="1075051"/>
                  <a:pt x="606317" y="1073685"/>
                  <a:pt x="634881" y="1080019"/>
                </a:cubicBezTo>
                <a:cubicBezTo>
                  <a:pt x="637097" y="1080789"/>
                  <a:pt x="623635" y="1077528"/>
                  <a:pt x="617257" y="1076045"/>
                </a:cubicBezTo>
                <a:cubicBezTo>
                  <a:pt x="616302" y="1075823"/>
                  <a:pt x="612425" y="1075332"/>
                  <a:pt x="604472" y="1073082"/>
                </a:cubicBezTo>
                <a:cubicBezTo>
                  <a:pt x="602596" y="1072415"/>
                  <a:pt x="623689" y="1077014"/>
                  <a:pt x="569719" y="1063549"/>
                </a:cubicBezTo>
                <a:cubicBezTo>
                  <a:pt x="567975" y="1063100"/>
                  <a:pt x="573974" y="1064902"/>
                  <a:pt x="572269" y="1064467"/>
                </a:cubicBezTo>
                <a:cubicBezTo>
                  <a:pt x="571087" y="1064183"/>
                  <a:pt x="557389" y="1060294"/>
                  <a:pt x="555892" y="1059868"/>
                </a:cubicBezTo>
                <a:cubicBezTo>
                  <a:pt x="554342" y="1059452"/>
                  <a:pt x="560893" y="1061487"/>
                  <a:pt x="559048" y="1060995"/>
                </a:cubicBezTo>
                <a:cubicBezTo>
                  <a:pt x="549576" y="1058476"/>
                  <a:pt x="537477" y="1054263"/>
                  <a:pt x="556805" y="1059905"/>
                </a:cubicBezTo>
                <a:cubicBezTo>
                  <a:pt x="550339" y="1057978"/>
                  <a:pt x="543922" y="1056016"/>
                  <a:pt x="537530" y="1054013"/>
                </a:cubicBezTo>
                <a:cubicBezTo>
                  <a:pt x="544335" y="1056564"/>
                  <a:pt x="527224" y="1051089"/>
                  <a:pt x="518311" y="1048255"/>
                </a:cubicBezTo>
                <a:cubicBezTo>
                  <a:pt x="461503" y="1029781"/>
                  <a:pt x="499415" y="1042499"/>
                  <a:pt x="489595" y="1039449"/>
                </a:cubicBezTo>
                <a:cubicBezTo>
                  <a:pt x="473766" y="1034261"/>
                  <a:pt x="485947" y="1037719"/>
                  <a:pt x="462767" y="1029672"/>
                </a:cubicBezTo>
                <a:cubicBezTo>
                  <a:pt x="460613" y="1028779"/>
                  <a:pt x="488385" y="1039826"/>
                  <a:pt x="434034" y="1019013"/>
                </a:cubicBezTo>
                <a:cubicBezTo>
                  <a:pt x="441992" y="1022113"/>
                  <a:pt x="450231" y="1025225"/>
                  <a:pt x="458156" y="1028128"/>
                </a:cubicBezTo>
                <a:cubicBezTo>
                  <a:pt x="453779" y="1026100"/>
                  <a:pt x="429068" y="1017121"/>
                  <a:pt x="427310" y="1016356"/>
                </a:cubicBezTo>
                <a:cubicBezTo>
                  <a:pt x="406288" y="1007877"/>
                  <a:pt x="420441" y="1013741"/>
                  <a:pt x="389170" y="1000565"/>
                </a:cubicBezTo>
                <a:cubicBezTo>
                  <a:pt x="386392" y="999373"/>
                  <a:pt x="380435" y="996617"/>
                  <a:pt x="374590" y="994017"/>
                </a:cubicBezTo>
                <a:cubicBezTo>
                  <a:pt x="350004" y="983127"/>
                  <a:pt x="406652" y="1008588"/>
                  <a:pt x="408438" y="1009125"/>
                </a:cubicBezTo>
                <a:cubicBezTo>
                  <a:pt x="408870" y="1009877"/>
                  <a:pt x="347830" y="982400"/>
                  <a:pt x="346031" y="980923"/>
                </a:cubicBezTo>
                <a:cubicBezTo>
                  <a:pt x="337296" y="976550"/>
                  <a:pt x="373450" y="993946"/>
                  <a:pt x="366680" y="990413"/>
                </a:cubicBezTo>
                <a:cubicBezTo>
                  <a:pt x="363730" y="990004"/>
                  <a:pt x="278721" y="946329"/>
                  <a:pt x="263167" y="935125"/>
                </a:cubicBezTo>
                <a:cubicBezTo>
                  <a:pt x="244221" y="923311"/>
                  <a:pt x="236588" y="917246"/>
                  <a:pt x="236057" y="917752"/>
                </a:cubicBezTo>
                <a:cubicBezTo>
                  <a:pt x="231208" y="913732"/>
                  <a:pt x="226340" y="910936"/>
                  <a:pt x="224013" y="909318"/>
                </a:cubicBezTo>
                <a:cubicBezTo>
                  <a:pt x="196262" y="889628"/>
                  <a:pt x="195978" y="889250"/>
                  <a:pt x="173222" y="871000"/>
                </a:cubicBezTo>
                <a:cubicBezTo>
                  <a:pt x="168143" y="866834"/>
                  <a:pt x="164098" y="863111"/>
                  <a:pt x="162336" y="861639"/>
                </a:cubicBezTo>
                <a:cubicBezTo>
                  <a:pt x="161314" y="860781"/>
                  <a:pt x="163050" y="862579"/>
                  <a:pt x="158079" y="858339"/>
                </a:cubicBezTo>
                <a:cubicBezTo>
                  <a:pt x="150900" y="853055"/>
                  <a:pt x="111792" y="814254"/>
                  <a:pt x="109624" y="810759"/>
                </a:cubicBezTo>
                <a:cubicBezTo>
                  <a:pt x="106847" y="807729"/>
                  <a:pt x="125573" y="827627"/>
                  <a:pt x="122380" y="823924"/>
                </a:cubicBezTo>
                <a:cubicBezTo>
                  <a:pt x="108556" y="809700"/>
                  <a:pt x="96042" y="795574"/>
                  <a:pt x="83864" y="779986"/>
                </a:cubicBezTo>
                <a:cubicBezTo>
                  <a:pt x="78878" y="773539"/>
                  <a:pt x="81537" y="776752"/>
                  <a:pt x="79368" y="773910"/>
                </a:cubicBezTo>
                <a:cubicBezTo>
                  <a:pt x="78221" y="772754"/>
                  <a:pt x="61763" y="749571"/>
                  <a:pt x="62575" y="750534"/>
                </a:cubicBezTo>
                <a:cubicBezTo>
                  <a:pt x="62360" y="753966"/>
                  <a:pt x="118524" y="822028"/>
                  <a:pt x="103640" y="804189"/>
                </a:cubicBezTo>
                <a:cubicBezTo>
                  <a:pt x="100648" y="800980"/>
                  <a:pt x="90612" y="788538"/>
                  <a:pt x="91987" y="790722"/>
                </a:cubicBezTo>
                <a:cubicBezTo>
                  <a:pt x="42038" y="730517"/>
                  <a:pt x="5586" y="655949"/>
                  <a:pt x="562" y="576486"/>
                </a:cubicBezTo>
                <a:cubicBezTo>
                  <a:pt x="3587" y="621923"/>
                  <a:pt x="18276" y="671913"/>
                  <a:pt x="40664" y="713784"/>
                </a:cubicBezTo>
                <a:cubicBezTo>
                  <a:pt x="43587" y="719711"/>
                  <a:pt x="54660" y="738541"/>
                  <a:pt x="53515" y="736141"/>
                </a:cubicBezTo>
                <a:cubicBezTo>
                  <a:pt x="32194" y="701945"/>
                  <a:pt x="12951" y="654858"/>
                  <a:pt x="6098" y="616505"/>
                </a:cubicBezTo>
                <a:cubicBezTo>
                  <a:pt x="5864" y="615286"/>
                  <a:pt x="6893" y="619729"/>
                  <a:pt x="6028" y="615161"/>
                </a:cubicBezTo>
                <a:cubicBezTo>
                  <a:pt x="4082" y="606677"/>
                  <a:pt x="596" y="578484"/>
                  <a:pt x="691" y="573724"/>
                </a:cubicBezTo>
                <a:cubicBezTo>
                  <a:pt x="571" y="572923"/>
                  <a:pt x="2108" y="588948"/>
                  <a:pt x="1829" y="584054"/>
                </a:cubicBezTo>
                <a:cubicBezTo>
                  <a:pt x="1102" y="571523"/>
                  <a:pt x="263" y="568378"/>
                  <a:pt x="88" y="557508"/>
                </a:cubicBezTo>
                <a:cubicBezTo>
                  <a:pt x="82" y="556721"/>
                  <a:pt x="77" y="555513"/>
                  <a:pt x="87" y="553956"/>
                </a:cubicBezTo>
                <a:cubicBezTo>
                  <a:pt x="-814" y="538700"/>
                  <a:pt x="5509" y="491782"/>
                  <a:pt x="9322" y="479530"/>
                </a:cubicBezTo>
                <a:cubicBezTo>
                  <a:pt x="12049" y="464873"/>
                  <a:pt x="860" y="520102"/>
                  <a:pt x="2227" y="516148"/>
                </a:cubicBezTo>
                <a:cubicBezTo>
                  <a:pt x="6598" y="478170"/>
                  <a:pt x="19069" y="440946"/>
                  <a:pt x="35537" y="408999"/>
                </a:cubicBezTo>
                <a:cubicBezTo>
                  <a:pt x="35829" y="408438"/>
                  <a:pt x="33180" y="413241"/>
                  <a:pt x="36836" y="406131"/>
                </a:cubicBezTo>
                <a:cubicBezTo>
                  <a:pt x="43338" y="393825"/>
                  <a:pt x="45605" y="390708"/>
                  <a:pt x="49089" y="384991"/>
                </a:cubicBezTo>
                <a:cubicBezTo>
                  <a:pt x="52678" y="378724"/>
                  <a:pt x="67514" y="357319"/>
                  <a:pt x="69745" y="354814"/>
                </a:cubicBezTo>
                <a:cubicBezTo>
                  <a:pt x="70010" y="354467"/>
                  <a:pt x="67066" y="358763"/>
                  <a:pt x="66616" y="359405"/>
                </a:cubicBezTo>
                <a:cubicBezTo>
                  <a:pt x="60131" y="368488"/>
                  <a:pt x="57703" y="371852"/>
                  <a:pt x="57127" y="372665"/>
                </a:cubicBezTo>
                <a:cubicBezTo>
                  <a:pt x="54973" y="375869"/>
                  <a:pt x="53008" y="379098"/>
                  <a:pt x="51147" y="382058"/>
                </a:cubicBezTo>
                <a:cubicBezTo>
                  <a:pt x="48105" y="386925"/>
                  <a:pt x="46355" y="389595"/>
                  <a:pt x="42543" y="396271"/>
                </a:cubicBezTo>
                <a:cubicBezTo>
                  <a:pt x="39953" y="400883"/>
                  <a:pt x="42589" y="396514"/>
                  <a:pt x="40124" y="400964"/>
                </a:cubicBezTo>
                <a:cubicBezTo>
                  <a:pt x="39096" y="402535"/>
                  <a:pt x="29694" y="420291"/>
                  <a:pt x="29412" y="422285"/>
                </a:cubicBezTo>
                <a:cubicBezTo>
                  <a:pt x="29303" y="422546"/>
                  <a:pt x="46315" y="384916"/>
                  <a:pt x="73051" y="351064"/>
                </a:cubicBezTo>
                <a:cubicBezTo>
                  <a:pt x="99065" y="316777"/>
                  <a:pt x="133117" y="286816"/>
                  <a:pt x="139148" y="281612"/>
                </a:cubicBezTo>
                <a:cubicBezTo>
                  <a:pt x="128626" y="290691"/>
                  <a:pt x="118246" y="300349"/>
                  <a:pt x="108451" y="310274"/>
                </a:cubicBezTo>
                <a:cubicBezTo>
                  <a:pt x="128376" y="289763"/>
                  <a:pt x="154815" y="267937"/>
                  <a:pt x="156902" y="266957"/>
                </a:cubicBezTo>
                <a:cubicBezTo>
                  <a:pt x="239399" y="201272"/>
                  <a:pt x="336158" y="156580"/>
                  <a:pt x="435127" y="123165"/>
                </a:cubicBezTo>
                <a:cubicBezTo>
                  <a:pt x="452886" y="117358"/>
                  <a:pt x="443414" y="120538"/>
                  <a:pt x="472527" y="111444"/>
                </a:cubicBezTo>
                <a:cubicBezTo>
                  <a:pt x="464875" y="113685"/>
                  <a:pt x="457497" y="115906"/>
                  <a:pt x="449773" y="118312"/>
                </a:cubicBezTo>
                <a:cubicBezTo>
                  <a:pt x="464553" y="113095"/>
                  <a:pt x="531796" y="94269"/>
                  <a:pt x="542953" y="91858"/>
                </a:cubicBezTo>
                <a:cubicBezTo>
                  <a:pt x="544374" y="91513"/>
                  <a:pt x="546198" y="90746"/>
                  <a:pt x="563156" y="86695"/>
                </a:cubicBezTo>
                <a:cubicBezTo>
                  <a:pt x="578223" y="83149"/>
                  <a:pt x="580886" y="82765"/>
                  <a:pt x="588837" y="81038"/>
                </a:cubicBezTo>
                <a:cubicBezTo>
                  <a:pt x="595571" y="79586"/>
                  <a:pt x="603182" y="77942"/>
                  <a:pt x="605204" y="77532"/>
                </a:cubicBezTo>
                <a:cubicBezTo>
                  <a:pt x="606753" y="77217"/>
                  <a:pt x="607385" y="77184"/>
                  <a:pt x="611122" y="76434"/>
                </a:cubicBezTo>
                <a:cubicBezTo>
                  <a:pt x="622950" y="74090"/>
                  <a:pt x="613300" y="75744"/>
                  <a:pt x="625138" y="73718"/>
                </a:cubicBezTo>
                <a:cubicBezTo>
                  <a:pt x="622268" y="74294"/>
                  <a:pt x="619405" y="74876"/>
                  <a:pt x="616549" y="75464"/>
                </a:cubicBezTo>
                <a:cubicBezTo>
                  <a:pt x="630987" y="72589"/>
                  <a:pt x="650132" y="69174"/>
                  <a:pt x="629376" y="73192"/>
                </a:cubicBezTo>
                <a:cubicBezTo>
                  <a:pt x="625777" y="73904"/>
                  <a:pt x="628858" y="73208"/>
                  <a:pt x="626152" y="73737"/>
                </a:cubicBezTo>
                <a:cubicBezTo>
                  <a:pt x="521325" y="96074"/>
                  <a:pt x="604769" y="77678"/>
                  <a:pt x="641776" y="70806"/>
                </a:cubicBezTo>
                <a:cubicBezTo>
                  <a:pt x="651217" y="68957"/>
                  <a:pt x="704545" y="60115"/>
                  <a:pt x="706372" y="60052"/>
                </a:cubicBezTo>
                <a:cubicBezTo>
                  <a:pt x="708857" y="59721"/>
                  <a:pt x="699691" y="61190"/>
                  <a:pt x="711741" y="59495"/>
                </a:cubicBezTo>
                <a:cubicBezTo>
                  <a:pt x="714365" y="58803"/>
                  <a:pt x="785899" y="49751"/>
                  <a:pt x="760106" y="53138"/>
                </a:cubicBezTo>
                <a:cubicBezTo>
                  <a:pt x="754635" y="53760"/>
                  <a:pt x="720643" y="58222"/>
                  <a:pt x="712181" y="59556"/>
                </a:cubicBezTo>
                <a:cubicBezTo>
                  <a:pt x="731615" y="56819"/>
                  <a:pt x="777451" y="50872"/>
                  <a:pt x="782462" y="50451"/>
                </a:cubicBezTo>
                <a:cubicBezTo>
                  <a:pt x="803128" y="48206"/>
                  <a:pt x="742821" y="55107"/>
                  <a:pt x="789359" y="49970"/>
                </a:cubicBezTo>
                <a:cubicBezTo>
                  <a:pt x="825377" y="46307"/>
                  <a:pt x="791524" y="49566"/>
                  <a:pt x="805389" y="48097"/>
                </a:cubicBezTo>
                <a:cubicBezTo>
                  <a:pt x="813310" y="47162"/>
                  <a:pt x="853897" y="43963"/>
                  <a:pt x="852847" y="43881"/>
                </a:cubicBezTo>
                <a:cubicBezTo>
                  <a:pt x="866907" y="42818"/>
                  <a:pt x="858689" y="43555"/>
                  <a:pt x="860425" y="43435"/>
                </a:cubicBezTo>
                <a:cubicBezTo>
                  <a:pt x="862203" y="43276"/>
                  <a:pt x="889622" y="41405"/>
                  <a:pt x="898612" y="41021"/>
                </a:cubicBezTo>
                <a:cubicBezTo>
                  <a:pt x="899700" y="40968"/>
                  <a:pt x="896284" y="41276"/>
                  <a:pt x="897408" y="41225"/>
                </a:cubicBezTo>
                <a:cubicBezTo>
                  <a:pt x="899555" y="41083"/>
                  <a:pt x="926354" y="39787"/>
                  <a:pt x="927328" y="39777"/>
                </a:cubicBezTo>
                <a:cubicBezTo>
                  <a:pt x="928002" y="39740"/>
                  <a:pt x="921688" y="39901"/>
                  <a:pt x="924281" y="39766"/>
                </a:cubicBezTo>
                <a:cubicBezTo>
                  <a:pt x="927278" y="39571"/>
                  <a:pt x="952858" y="38701"/>
                  <a:pt x="954293" y="38666"/>
                </a:cubicBezTo>
                <a:cubicBezTo>
                  <a:pt x="956262" y="38517"/>
                  <a:pt x="924689" y="39654"/>
                  <a:pt x="929954" y="39367"/>
                </a:cubicBezTo>
                <a:cubicBezTo>
                  <a:pt x="944430" y="38790"/>
                  <a:pt x="968351" y="38081"/>
                  <a:pt x="977941" y="37845"/>
                </a:cubicBezTo>
                <a:cubicBezTo>
                  <a:pt x="975648" y="37901"/>
                  <a:pt x="961388" y="38217"/>
                  <a:pt x="956483" y="38356"/>
                </a:cubicBezTo>
                <a:cubicBezTo>
                  <a:pt x="958817" y="38073"/>
                  <a:pt x="989193" y="37490"/>
                  <a:pt x="978820" y="37818"/>
                </a:cubicBezTo>
                <a:cubicBezTo>
                  <a:pt x="985389" y="37637"/>
                  <a:pt x="980902" y="37675"/>
                  <a:pt x="984603" y="37551"/>
                </a:cubicBezTo>
                <a:cubicBezTo>
                  <a:pt x="985572" y="37515"/>
                  <a:pt x="994931" y="37393"/>
                  <a:pt x="996740" y="37353"/>
                </a:cubicBezTo>
                <a:cubicBezTo>
                  <a:pt x="996973" y="37340"/>
                  <a:pt x="987310" y="37392"/>
                  <a:pt x="989244" y="37337"/>
                </a:cubicBezTo>
                <a:cubicBezTo>
                  <a:pt x="992718" y="37186"/>
                  <a:pt x="1021210" y="37058"/>
                  <a:pt x="1023572" y="37122"/>
                </a:cubicBezTo>
                <a:cubicBezTo>
                  <a:pt x="1030151" y="37166"/>
                  <a:pt x="1006860" y="37213"/>
                  <a:pt x="1004940" y="37324"/>
                </a:cubicBezTo>
                <a:cubicBezTo>
                  <a:pt x="1004655" y="37317"/>
                  <a:pt x="1024443" y="37407"/>
                  <a:pt x="1024753" y="37439"/>
                </a:cubicBezTo>
                <a:cubicBezTo>
                  <a:pt x="1025901" y="37542"/>
                  <a:pt x="1003882" y="37499"/>
                  <a:pt x="1006407" y="37618"/>
                </a:cubicBezTo>
                <a:cubicBezTo>
                  <a:pt x="1011842" y="37610"/>
                  <a:pt x="1017287" y="37622"/>
                  <a:pt x="1022742" y="37652"/>
                </a:cubicBezTo>
                <a:cubicBezTo>
                  <a:pt x="1001656" y="37648"/>
                  <a:pt x="963153" y="38312"/>
                  <a:pt x="953063" y="38818"/>
                </a:cubicBezTo>
                <a:cubicBezTo>
                  <a:pt x="984245" y="37812"/>
                  <a:pt x="1016501" y="37800"/>
                  <a:pt x="1016520" y="38094"/>
                </a:cubicBezTo>
                <a:cubicBezTo>
                  <a:pt x="1016492" y="38207"/>
                  <a:pt x="1003079" y="38345"/>
                  <a:pt x="1003601" y="38382"/>
                </a:cubicBezTo>
                <a:cubicBezTo>
                  <a:pt x="1005567" y="38459"/>
                  <a:pt x="1024211" y="38288"/>
                  <a:pt x="1024909" y="38314"/>
                </a:cubicBezTo>
                <a:cubicBezTo>
                  <a:pt x="1025477" y="38321"/>
                  <a:pt x="1025736" y="38328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36" y="38335"/>
                  <a:pt x="1025736" y="38335"/>
                  <a:pt x="1025736" y="38335"/>
                </a:cubicBezTo>
                <a:cubicBezTo>
                  <a:pt x="1025716" y="38364"/>
                  <a:pt x="999155" y="38511"/>
                  <a:pt x="997851" y="38594"/>
                </a:cubicBezTo>
                <a:cubicBezTo>
                  <a:pt x="995622" y="38666"/>
                  <a:pt x="1007414" y="38781"/>
                  <a:pt x="1007400" y="38837"/>
                </a:cubicBezTo>
                <a:cubicBezTo>
                  <a:pt x="1006979" y="38830"/>
                  <a:pt x="988136" y="39088"/>
                  <a:pt x="994494" y="39103"/>
                </a:cubicBezTo>
                <a:cubicBezTo>
                  <a:pt x="1000914" y="39094"/>
                  <a:pt x="1017461" y="39014"/>
                  <a:pt x="1018048" y="39034"/>
                </a:cubicBezTo>
                <a:cubicBezTo>
                  <a:pt x="1021194" y="39042"/>
                  <a:pt x="992279" y="39283"/>
                  <a:pt x="991444" y="39370"/>
                </a:cubicBezTo>
                <a:cubicBezTo>
                  <a:pt x="990986" y="39381"/>
                  <a:pt x="1006484" y="39311"/>
                  <a:pt x="1006942" y="39347"/>
                </a:cubicBezTo>
                <a:cubicBezTo>
                  <a:pt x="1007326" y="39366"/>
                  <a:pt x="995537" y="39528"/>
                  <a:pt x="990912" y="39690"/>
                </a:cubicBezTo>
                <a:cubicBezTo>
                  <a:pt x="987460" y="39802"/>
                  <a:pt x="997519" y="39715"/>
                  <a:pt x="995752" y="39750"/>
                </a:cubicBezTo>
                <a:cubicBezTo>
                  <a:pt x="994458" y="39733"/>
                  <a:pt x="967348" y="40237"/>
                  <a:pt x="965922" y="40325"/>
                </a:cubicBezTo>
                <a:cubicBezTo>
                  <a:pt x="963917" y="40392"/>
                  <a:pt x="970336" y="40311"/>
                  <a:pt x="969402" y="40355"/>
                </a:cubicBezTo>
                <a:cubicBezTo>
                  <a:pt x="968075" y="40410"/>
                  <a:pt x="959236" y="40616"/>
                  <a:pt x="960389" y="40617"/>
                </a:cubicBezTo>
                <a:cubicBezTo>
                  <a:pt x="961314" y="40552"/>
                  <a:pt x="995357" y="40142"/>
                  <a:pt x="995144" y="40272"/>
                </a:cubicBezTo>
                <a:cubicBezTo>
                  <a:pt x="994735" y="40360"/>
                  <a:pt x="958738" y="40739"/>
                  <a:pt x="992250" y="40630"/>
                </a:cubicBezTo>
                <a:cubicBezTo>
                  <a:pt x="992483" y="40627"/>
                  <a:pt x="1000661" y="40490"/>
                  <a:pt x="1000891" y="40494"/>
                </a:cubicBezTo>
                <a:cubicBezTo>
                  <a:pt x="1005947" y="40533"/>
                  <a:pt x="979691" y="40923"/>
                  <a:pt x="1011805" y="40600"/>
                </a:cubicBezTo>
                <a:cubicBezTo>
                  <a:pt x="952157" y="41475"/>
                  <a:pt x="1004359" y="40824"/>
                  <a:pt x="995539" y="41140"/>
                </a:cubicBezTo>
                <a:cubicBezTo>
                  <a:pt x="992105" y="41232"/>
                  <a:pt x="969140" y="41734"/>
                  <a:pt x="968953" y="41777"/>
                </a:cubicBezTo>
                <a:cubicBezTo>
                  <a:pt x="971238" y="41817"/>
                  <a:pt x="978564" y="41573"/>
                  <a:pt x="981058" y="41576"/>
                </a:cubicBezTo>
                <a:cubicBezTo>
                  <a:pt x="982463" y="41554"/>
                  <a:pt x="961753" y="42159"/>
                  <a:pt x="966413" y="42120"/>
                </a:cubicBezTo>
                <a:cubicBezTo>
                  <a:pt x="968900" y="42062"/>
                  <a:pt x="990725" y="41601"/>
                  <a:pt x="991651" y="41619"/>
                </a:cubicBezTo>
                <a:cubicBezTo>
                  <a:pt x="1000331" y="41555"/>
                  <a:pt x="989688" y="41781"/>
                  <a:pt x="991596" y="41800"/>
                </a:cubicBezTo>
                <a:cubicBezTo>
                  <a:pt x="992857" y="41801"/>
                  <a:pt x="1006109" y="41642"/>
                  <a:pt x="1006461" y="41653"/>
                </a:cubicBezTo>
                <a:cubicBezTo>
                  <a:pt x="1007011" y="41644"/>
                  <a:pt x="989022" y="41992"/>
                  <a:pt x="985298" y="42127"/>
                </a:cubicBezTo>
                <a:cubicBezTo>
                  <a:pt x="982458" y="42210"/>
                  <a:pt x="993122" y="42075"/>
                  <a:pt x="991140" y="42126"/>
                </a:cubicBezTo>
                <a:cubicBezTo>
                  <a:pt x="979231" y="42381"/>
                  <a:pt x="953721" y="42839"/>
                  <a:pt x="978287" y="42549"/>
                </a:cubicBezTo>
                <a:cubicBezTo>
                  <a:pt x="979776" y="42531"/>
                  <a:pt x="989029" y="42346"/>
                  <a:pt x="989304" y="42350"/>
                </a:cubicBezTo>
                <a:cubicBezTo>
                  <a:pt x="995028" y="42336"/>
                  <a:pt x="977978" y="42649"/>
                  <a:pt x="974950" y="42812"/>
                </a:cubicBezTo>
                <a:cubicBezTo>
                  <a:pt x="969727" y="43054"/>
                  <a:pt x="994173" y="42441"/>
                  <a:pt x="973847" y="42984"/>
                </a:cubicBezTo>
                <a:cubicBezTo>
                  <a:pt x="989093" y="42717"/>
                  <a:pt x="997613" y="42561"/>
                  <a:pt x="1015611" y="42411"/>
                </a:cubicBezTo>
                <a:cubicBezTo>
                  <a:pt x="965875" y="43006"/>
                  <a:pt x="948568" y="43947"/>
                  <a:pt x="1003530" y="42891"/>
                </a:cubicBezTo>
                <a:cubicBezTo>
                  <a:pt x="985987" y="43115"/>
                  <a:pt x="987957" y="43310"/>
                  <a:pt x="982739" y="43408"/>
                </a:cubicBezTo>
                <a:cubicBezTo>
                  <a:pt x="979561" y="43440"/>
                  <a:pt x="954012" y="43973"/>
                  <a:pt x="965730" y="44059"/>
                </a:cubicBezTo>
                <a:cubicBezTo>
                  <a:pt x="967229" y="44055"/>
                  <a:pt x="982642" y="43616"/>
                  <a:pt x="977817" y="43838"/>
                </a:cubicBezTo>
                <a:cubicBezTo>
                  <a:pt x="940658" y="44814"/>
                  <a:pt x="977100" y="43894"/>
                  <a:pt x="977074" y="43937"/>
                </a:cubicBezTo>
                <a:cubicBezTo>
                  <a:pt x="976558" y="43786"/>
                  <a:pt x="885915" y="47420"/>
                  <a:pt x="870617" y="49073"/>
                </a:cubicBezTo>
                <a:cubicBezTo>
                  <a:pt x="852469" y="50405"/>
                  <a:pt x="836561" y="52044"/>
                  <a:pt x="832671" y="52397"/>
                </a:cubicBezTo>
                <a:cubicBezTo>
                  <a:pt x="819875" y="53570"/>
                  <a:pt x="830482" y="52486"/>
                  <a:pt x="827618" y="52709"/>
                </a:cubicBezTo>
                <a:cubicBezTo>
                  <a:pt x="824832" y="52841"/>
                  <a:pt x="788061" y="56846"/>
                  <a:pt x="786343" y="57112"/>
                </a:cubicBezTo>
                <a:cubicBezTo>
                  <a:pt x="779299" y="57867"/>
                  <a:pt x="786428" y="56919"/>
                  <a:pt x="785695" y="56997"/>
                </a:cubicBezTo>
                <a:cubicBezTo>
                  <a:pt x="777085" y="57732"/>
                  <a:pt x="728035" y="64176"/>
                  <a:pt x="714425" y="66377"/>
                </a:cubicBezTo>
                <a:cubicBezTo>
                  <a:pt x="714934" y="66352"/>
                  <a:pt x="742230" y="62438"/>
                  <a:pt x="725228" y="65026"/>
                </a:cubicBezTo>
                <a:cubicBezTo>
                  <a:pt x="705225" y="68134"/>
                  <a:pt x="704054" y="68001"/>
                  <a:pt x="703523" y="68047"/>
                </a:cubicBezTo>
                <a:cubicBezTo>
                  <a:pt x="612447" y="82356"/>
                  <a:pt x="522307" y="103147"/>
                  <a:pt x="434912" y="133155"/>
                </a:cubicBezTo>
                <a:cubicBezTo>
                  <a:pt x="436022" y="132690"/>
                  <a:pt x="493289" y="114297"/>
                  <a:pt x="494855" y="114202"/>
                </a:cubicBezTo>
                <a:cubicBezTo>
                  <a:pt x="502182" y="111487"/>
                  <a:pt x="405732" y="142661"/>
                  <a:pt x="394158" y="148185"/>
                </a:cubicBezTo>
                <a:cubicBezTo>
                  <a:pt x="402976" y="144857"/>
                  <a:pt x="412053" y="141555"/>
                  <a:pt x="420969" y="138427"/>
                </a:cubicBezTo>
                <a:cubicBezTo>
                  <a:pt x="405650" y="144097"/>
                  <a:pt x="372134" y="156571"/>
                  <a:pt x="350775" y="166105"/>
                </a:cubicBezTo>
                <a:cubicBezTo>
                  <a:pt x="343912" y="169129"/>
                  <a:pt x="357176" y="163511"/>
                  <a:pt x="356925" y="163648"/>
                </a:cubicBezTo>
                <a:cubicBezTo>
                  <a:pt x="349160" y="167059"/>
                  <a:pt x="336848" y="172447"/>
                  <a:pt x="345995" y="168229"/>
                </a:cubicBezTo>
                <a:cubicBezTo>
                  <a:pt x="327048" y="176817"/>
                  <a:pt x="329687" y="175490"/>
                  <a:pt x="315381" y="182231"/>
                </a:cubicBezTo>
                <a:cubicBezTo>
                  <a:pt x="314656" y="182586"/>
                  <a:pt x="320784" y="179753"/>
                  <a:pt x="309595" y="185220"/>
                </a:cubicBezTo>
                <a:cubicBezTo>
                  <a:pt x="304155" y="187736"/>
                  <a:pt x="276250" y="202156"/>
                  <a:pt x="272740" y="204357"/>
                </a:cubicBezTo>
                <a:cubicBezTo>
                  <a:pt x="271317" y="205156"/>
                  <a:pt x="285383" y="198159"/>
                  <a:pt x="286977" y="196897"/>
                </a:cubicBezTo>
                <a:cubicBezTo>
                  <a:pt x="317596" y="181506"/>
                  <a:pt x="296650" y="191725"/>
                  <a:pt x="308608" y="185776"/>
                </a:cubicBezTo>
                <a:cubicBezTo>
                  <a:pt x="310517" y="184952"/>
                  <a:pt x="305999" y="186938"/>
                  <a:pt x="336485" y="172823"/>
                </a:cubicBezTo>
                <a:cubicBezTo>
                  <a:pt x="330636" y="175698"/>
                  <a:pt x="295971" y="192068"/>
                  <a:pt x="290136" y="195372"/>
                </a:cubicBezTo>
                <a:cubicBezTo>
                  <a:pt x="278023" y="201525"/>
                  <a:pt x="328152" y="176586"/>
                  <a:pt x="337743" y="172419"/>
                </a:cubicBezTo>
                <a:cubicBezTo>
                  <a:pt x="333420" y="174734"/>
                  <a:pt x="341510" y="170704"/>
                  <a:pt x="352830" y="165838"/>
                </a:cubicBezTo>
                <a:cubicBezTo>
                  <a:pt x="365383" y="160489"/>
                  <a:pt x="359954" y="162915"/>
                  <a:pt x="366803" y="160049"/>
                </a:cubicBezTo>
                <a:cubicBezTo>
                  <a:pt x="385724" y="152315"/>
                  <a:pt x="377771" y="155293"/>
                  <a:pt x="393341" y="149415"/>
                </a:cubicBezTo>
                <a:cubicBezTo>
                  <a:pt x="377828" y="154699"/>
                  <a:pt x="420307" y="138976"/>
                  <a:pt x="432547" y="135147"/>
                </a:cubicBezTo>
                <a:cubicBezTo>
                  <a:pt x="412692" y="142070"/>
                  <a:pt x="392442" y="149699"/>
                  <a:pt x="372822" y="157742"/>
                </a:cubicBezTo>
                <a:cubicBezTo>
                  <a:pt x="373970" y="157309"/>
                  <a:pt x="375121" y="156877"/>
                  <a:pt x="376274" y="156446"/>
                </a:cubicBezTo>
                <a:cubicBezTo>
                  <a:pt x="371018" y="158566"/>
                  <a:pt x="365806" y="160713"/>
                  <a:pt x="360642" y="162888"/>
                </a:cubicBezTo>
                <a:cubicBezTo>
                  <a:pt x="361457" y="162509"/>
                  <a:pt x="362274" y="162133"/>
                  <a:pt x="363091" y="161756"/>
                </a:cubicBezTo>
                <a:cubicBezTo>
                  <a:pt x="336746" y="173127"/>
                  <a:pt x="330136" y="176265"/>
                  <a:pt x="328014" y="177172"/>
                </a:cubicBezTo>
                <a:cubicBezTo>
                  <a:pt x="300749" y="189683"/>
                  <a:pt x="269171" y="206135"/>
                  <a:pt x="243244" y="221779"/>
                </a:cubicBezTo>
                <a:cubicBezTo>
                  <a:pt x="239412" y="224230"/>
                  <a:pt x="241619" y="222487"/>
                  <a:pt x="213756" y="240460"/>
                </a:cubicBezTo>
                <a:cubicBezTo>
                  <a:pt x="204808" y="246407"/>
                  <a:pt x="213094" y="240573"/>
                  <a:pt x="203060" y="247473"/>
                </a:cubicBezTo>
                <a:cubicBezTo>
                  <a:pt x="190899" y="256532"/>
                  <a:pt x="191052" y="256115"/>
                  <a:pt x="187436" y="258730"/>
                </a:cubicBezTo>
                <a:cubicBezTo>
                  <a:pt x="177039" y="266386"/>
                  <a:pt x="170903" y="271473"/>
                  <a:pt x="169984" y="272186"/>
                </a:cubicBezTo>
                <a:cubicBezTo>
                  <a:pt x="157635" y="281879"/>
                  <a:pt x="139863" y="297204"/>
                  <a:pt x="127413" y="309477"/>
                </a:cubicBezTo>
                <a:cubicBezTo>
                  <a:pt x="127178" y="309707"/>
                  <a:pt x="133828" y="303454"/>
                  <a:pt x="125637" y="311366"/>
                </a:cubicBezTo>
                <a:cubicBezTo>
                  <a:pt x="122729" y="314089"/>
                  <a:pt x="97030" y="338801"/>
                  <a:pt x="78888" y="364324"/>
                </a:cubicBezTo>
                <a:cubicBezTo>
                  <a:pt x="83673" y="357887"/>
                  <a:pt x="88789" y="351428"/>
                  <a:pt x="93975" y="345255"/>
                </a:cubicBezTo>
                <a:cubicBezTo>
                  <a:pt x="86476" y="351783"/>
                  <a:pt x="50442" y="407546"/>
                  <a:pt x="59569" y="394084"/>
                </a:cubicBezTo>
                <a:cubicBezTo>
                  <a:pt x="64487" y="385598"/>
                  <a:pt x="78162" y="365180"/>
                  <a:pt x="80151" y="363458"/>
                </a:cubicBezTo>
                <a:cubicBezTo>
                  <a:pt x="73498" y="372104"/>
                  <a:pt x="52568" y="402042"/>
                  <a:pt x="39267" y="433788"/>
                </a:cubicBezTo>
                <a:cubicBezTo>
                  <a:pt x="25345" y="465325"/>
                  <a:pt x="19515" y="497837"/>
                  <a:pt x="18763" y="502440"/>
                </a:cubicBezTo>
                <a:cubicBezTo>
                  <a:pt x="18508" y="503720"/>
                  <a:pt x="19808" y="495793"/>
                  <a:pt x="19471" y="497563"/>
                </a:cubicBezTo>
                <a:cubicBezTo>
                  <a:pt x="18892" y="498848"/>
                  <a:pt x="15097" y="526510"/>
                  <a:pt x="15114" y="530186"/>
                </a:cubicBezTo>
                <a:cubicBezTo>
                  <a:pt x="14872" y="532376"/>
                  <a:pt x="15882" y="520125"/>
                  <a:pt x="15780" y="521105"/>
                </a:cubicBezTo>
                <a:cubicBezTo>
                  <a:pt x="15518" y="521859"/>
                  <a:pt x="13727" y="543735"/>
                  <a:pt x="14066" y="553956"/>
                </a:cubicBezTo>
                <a:cubicBezTo>
                  <a:pt x="14090" y="556564"/>
                  <a:pt x="14152" y="558357"/>
                  <a:pt x="14195" y="558766"/>
                </a:cubicBezTo>
                <a:cubicBezTo>
                  <a:pt x="14161" y="557462"/>
                  <a:pt x="14132" y="555798"/>
                  <a:pt x="14123" y="553956"/>
                </a:cubicBezTo>
                <a:cubicBezTo>
                  <a:pt x="13981" y="543614"/>
                  <a:pt x="15130" y="528086"/>
                  <a:pt x="14634" y="538725"/>
                </a:cubicBezTo>
                <a:cubicBezTo>
                  <a:pt x="14544" y="540333"/>
                  <a:pt x="14186" y="548746"/>
                  <a:pt x="14225" y="550736"/>
                </a:cubicBezTo>
                <a:cubicBezTo>
                  <a:pt x="14231" y="552338"/>
                  <a:pt x="14250" y="553386"/>
                  <a:pt x="14266" y="553956"/>
                </a:cubicBezTo>
                <a:cubicBezTo>
                  <a:pt x="14287" y="554683"/>
                  <a:pt x="14303" y="554627"/>
                  <a:pt x="14315" y="553956"/>
                </a:cubicBezTo>
                <a:cubicBezTo>
                  <a:pt x="13842" y="549017"/>
                  <a:pt x="16409" y="512824"/>
                  <a:pt x="18078" y="506196"/>
                </a:cubicBezTo>
                <a:cubicBezTo>
                  <a:pt x="16001" y="519730"/>
                  <a:pt x="14427" y="536203"/>
                  <a:pt x="14474" y="553956"/>
                </a:cubicBezTo>
                <a:cubicBezTo>
                  <a:pt x="14404" y="580546"/>
                  <a:pt x="18495" y="609037"/>
                  <a:pt x="24768" y="632087"/>
                </a:cubicBezTo>
                <a:cubicBezTo>
                  <a:pt x="28636" y="647696"/>
                  <a:pt x="18832" y="609020"/>
                  <a:pt x="23035" y="626704"/>
                </a:cubicBezTo>
                <a:cubicBezTo>
                  <a:pt x="32750" y="663133"/>
                  <a:pt x="25815" y="636337"/>
                  <a:pt x="26109" y="637496"/>
                </a:cubicBezTo>
                <a:cubicBezTo>
                  <a:pt x="28336" y="646520"/>
                  <a:pt x="38824" y="676773"/>
                  <a:pt x="39684" y="676418"/>
                </a:cubicBezTo>
                <a:cubicBezTo>
                  <a:pt x="45060" y="688992"/>
                  <a:pt x="43027" y="685182"/>
                  <a:pt x="51682" y="702348"/>
                </a:cubicBezTo>
                <a:cubicBezTo>
                  <a:pt x="50558" y="700069"/>
                  <a:pt x="49460" y="697783"/>
                  <a:pt x="48389" y="695494"/>
                </a:cubicBezTo>
                <a:cubicBezTo>
                  <a:pt x="57462" y="714981"/>
                  <a:pt x="82064" y="753418"/>
                  <a:pt x="80278" y="750430"/>
                </a:cubicBezTo>
                <a:cubicBezTo>
                  <a:pt x="74779" y="743288"/>
                  <a:pt x="62315" y="722725"/>
                  <a:pt x="61485" y="721015"/>
                </a:cubicBezTo>
                <a:cubicBezTo>
                  <a:pt x="60234" y="718429"/>
                  <a:pt x="54356" y="711879"/>
                  <a:pt x="41383" y="681822"/>
                </a:cubicBezTo>
                <a:cubicBezTo>
                  <a:pt x="34877" y="670044"/>
                  <a:pt x="64126" y="728547"/>
                  <a:pt x="50373" y="702129"/>
                </a:cubicBezTo>
                <a:cubicBezTo>
                  <a:pt x="57621" y="721264"/>
                  <a:pt x="106452" y="788512"/>
                  <a:pt x="116065" y="796275"/>
                </a:cubicBezTo>
                <a:cubicBezTo>
                  <a:pt x="117088" y="797292"/>
                  <a:pt x="112752" y="792174"/>
                  <a:pt x="126620" y="807326"/>
                </a:cubicBezTo>
                <a:cubicBezTo>
                  <a:pt x="133270" y="814503"/>
                  <a:pt x="117095" y="797363"/>
                  <a:pt x="120109" y="800679"/>
                </a:cubicBezTo>
                <a:cubicBezTo>
                  <a:pt x="124519" y="815952"/>
                  <a:pt x="273185" y="930849"/>
                  <a:pt x="307980" y="943150"/>
                </a:cubicBezTo>
                <a:cubicBezTo>
                  <a:pt x="310026" y="944271"/>
                  <a:pt x="309191" y="943980"/>
                  <a:pt x="311174" y="945059"/>
                </a:cubicBezTo>
                <a:cubicBezTo>
                  <a:pt x="317111" y="948371"/>
                  <a:pt x="340061" y="960092"/>
                  <a:pt x="351185" y="965491"/>
                </a:cubicBezTo>
                <a:cubicBezTo>
                  <a:pt x="328212" y="953907"/>
                  <a:pt x="373101" y="975979"/>
                  <a:pt x="385062" y="981013"/>
                </a:cubicBezTo>
                <a:cubicBezTo>
                  <a:pt x="402701" y="988867"/>
                  <a:pt x="401598" y="988567"/>
                  <a:pt x="409331" y="991913"/>
                </a:cubicBezTo>
                <a:cubicBezTo>
                  <a:pt x="438987" y="1004840"/>
                  <a:pt x="486524" y="1021297"/>
                  <a:pt x="510348" y="1029412"/>
                </a:cubicBezTo>
                <a:cubicBezTo>
                  <a:pt x="509115" y="1028521"/>
                  <a:pt x="551836" y="1042792"/>
                  <a:pt x="571590" y="1047985"/>
                </a:cubicBezTo>
                <a:cubicBezTo>
                  <a:pt x="587237" y="1052308"/>
                  <a:pt x="609565" y="1057513"/>
                  <a:pt x="588856" y="1051950"/>
                </a:cubicBezTo>
                <a:cubicBezTo>
                  <a:pt x="615437" y="1058938"/>
                  <a:pt x="643895" y="1065381"/>
                  <a:pt x="669372" y="1070548"/>
                </a:cubicBezTo>
                <a:cubicBezTo>
                  <a:pt x="673599" y="1071403"/>
                  <a:pt x="667739" y="1070398"/>
                  <a:pt x="674965" y="1071843"/>
                </a:cubicBezTo>
                <a:cubicBezTo>
                  <a:pt x="675621" y="1071971"/>
                  <a:pt x="676571" y="1071992"/>
                  <a:pt x="682689" y="1073176"/>
                </a:cubicBezTo>
                <a:cubicBezTo>
                  <a:pt x="733561" y="1082605"/>
                  <a:pt x="708830" y="1078224"/>
                  <a:pt x="718351" y="1080098"/>
                </a:cubicBezTo>
                <a:cubicBezTo>
                  <a:pt x="723748" y="1081096"/>
                  <a:pt x="727649" y="1081778"/>
                  <a:pt x="730535" y="1082267"/>
                </a:cubicBezTo>
                <a:cubicBezTo>
                  <a:pt x="700566" y="1077423"/>
                  <a:pt x="666555" y="1070554"/>
                  <a:pt x="657334" y="1068545"/>
                </a:cubicBezTo>
                <a:cubicBezTo>
                  <a:pt x="665065" y="1070861"/>
                  <a:pt x="723231" y="1081477"/>
                  <a:pt x="740217" y="1083984"/>
                </a:cubicBezTo>
                <a:cubicBezTo>
                  <a:pt x="740807" y="1084082"/>
                  <a:pt x="738714" y="1083967"/>
                  <a:pt x="739315" y="1084064"/>
                </a:cubicBezTo>
                <a:cubicBezTo>
                  <a:pt x="739327" y="1084067"/>
                  <a:pt x="739339" y="1084068"/>
                  <a:pt x="739352" y="1084070"/>
                </a:cubicBezTo>
                <a:cubicBezTo>
                  <a:pt x="745668" y="1085241"/>
                  <a:pt x="786723" y="1091004"/>
                  <a:pt x="778286" y="1089519"/>
                </a:cubicBezTo>
                <a:cubicBezTo>
                  <a:pt x="776151" y="1089154"/>
                  <a:pt x="757064" y="1086578"/>
                  <a:pt x="734932" y="1082983"/>
                </a:cubicBezTo>
                <a:cubicBezTo>
                  <a:pt x="740937" y="1083908"/>
                  <a:pt x="736497" y="1082943"/>
                  <a:pt x="737557" y="1083104"/>
                </a:cubicBezTo>
                <a:cubicBezTo>
                  <a:pt x="750378" y="1085133"/>
                  <a:pt x="782141" y="1089922"/>
                  <a:pt x="793306" y="1091302"/>
                </a:cubicBezTo>
                <a:cubicBezTo>
                  <a:pt x="795874" y="1091635"/>
                  <a:pt x="795711" y="1091455"/>
                  <a:pt x="796132" y="1091509"/>
                </a:cubicBezTo>
                <a:cubicBezTo>
                  <a:pt x="806373" y="1092816"/>
                  <a:pt x="802108" y="1092752"/>
                  <a:pt x="812713" y="1093538"/>
                </a:cubicBezTo>
                <a:cubicBezTo>
                  <a:pt x="831254" y="1096325"/>
                  <a:pt x="777870" y="1089391"/>
                  <a:pt x="781665" y="1090095"/>
                </a:cubicBezTo>
                <a:cubicBezTo>
                  <a:pt x="784315" y="1091723"/>
                  <a:pt x="903186" y="1103230"/>
                  <a:pt x="902879" y="1101841"/>
                </a:cubicBezTo>
                <a:cubicBezTo>
                  <a:pt x="903288" y="1101915"/>
                  <a:pt x="904922" y="1102083"/>
                  <a:pt x="908287" y="1102361"/>
                </a:cubicBezTo>
                <a:cubicBezTo>
                  <a:pt x="915839" y="1103065"/>
                  <a:pt x="948821" y="1104628"/>
                  <a:pt x="954611" y="1104682"/>
                </a:cubicBezTo>
                <a:cubicBezTo>
                  <a:pt x="955579" y="1104702"/>
                  <a:pt x="955210" y="1104251"/>
                  <a:pt x="956411" y="1104292"/>
                </a:cubicBezTo>
                <a:cubicBezTo>
                  <a:pt x="959485" y="1104486"/>
                  <a:pt x="999895" y="1105880"/>
                  <a:pt x="1015143" y="1105560"/>
                </a:cubicBezTo>
                <a:cubicBezTo>
                  <a:pt x="1006930" y="1105460"/>
                  <a:pt x="998741" y="1105305"/>
                  <a:pt x="990577" y="1105100"/>
                </a:cubicBezTo>
                <a:cubicBezTo>
                  <a:pt x="1010436" y="1105437"/>
                  <a:pt x="1021168" y="1105364"/>
                  <a:pt x="1025736" y="1105336"/>
                </a:cubicBezTo>
                <a:cubicBezTo>
                  <a:pt x="1029749" y="1105299"/>
                  <a:pt x="1029036" y="1105261"/>
                  <a:pt x="1025736" y="1105222"/>
                </a:cubicBezTo>
                <a:cubicBezTo>
                  <a:pt x="1023457" y="1105194"/>
                  <a:pt x="1019946" y="1105160"/>
                  <a:pt x="1015913" y="1105111"/>
                </a:cubicBezTo>
                <a:cubicBezTo>
                  <a:pt x="1015087" y="1105106"/>
                  <a:pt x="1014283" y="1105086"/>
                  <a:pt x="1013495" y="1105080"/>
                </a:cubicBezTo>
                <a:cubicBezTo>
                  <a:pt x="1000686" y="1104932"/>
                  <a:pt x="984384" y="1104511"/>
                  <a:pt x="984140" y="1104464"/>
                </a:cubicBezTo>
                <a:cubicBezTo>
                  <a:pt x="983653" y="1104393"/>
                  <a:pt x="1006175" y="1104813"/>
                  <a:pt x="1025736" y="1104782"/>
                </a:cubicBezTo>
                <a:cubicBezTo>
                  <a:pt x="1043637" y="1104790"/>
                  <a:pt x="1058725" y="1104562"/>
                  <a:pt x="1051030" y="1104889"/>
                </a:cubicBezTo>
                <a:cubicBezTo>
                  <a:pt x="1049540" y="1104968"/>
                  <a:pt x="1031739" y="1105072"/>
                  <a:pt x="1025736" y="1105089"/>
                </a:cubicBezTo>
                <a:cubicBezTo>
                  <a:pt x="1023423" y="1105105"/>
                  <a:pt x="1022880" y="1105136"/>
                  <a:pt x="1025736" y="1105191"/>
                </a:cubicBezTo>
                <a:cubicBezTo>
                  <a:pt x="1026569" y="1105208"/>
                  <a:pt x="1027691" y="1105225"/>
                  <a:pt x="1029144" y="1105244"/>
                </a:cubicBezTo>
                <a:cubicBezTo>
                  <a:pt x="1032542" y="1105330"/>
                  <a:pt x="1057486" y="1104960"/>
                  <a:pt x="1058775" y="1104927"/>
                </a:cubicBezTo>
                <a:cubicBezTo>
                  <a:pt x="1065080" y="1104978"/>
                  <a:pt x="1038652" y="1105639"/>
                  <a:pt x="1025736" y="1105802"/>
                </a:cubicBezTo>
                <a:cubicBezTo>
                  <a:pt x="1020734" y="1105886"/>
                  <a:pt x="1017808" y="1105955"/>
                  <a:pt x="1019676" y="1106046"/>
                </a:cubicBezTo>
                <a:cubicBezTo>
                  <a:pt x="1021620" y="1106009"/>
                  <a:pt x="1023647" y="1105977"/>
                  <a:pt x="1025736" y="1105951"/>
                </a:cubicBezTo>
                <a:cubicBezTo>
                  <a:pt x="1037917" y="1105795"/>
                  <a:pt x="1052183" y="1105742"/>
                  <a:pt x="1065065" y="1105393"/>
                </a:cubicBezTo>
                <a:cubicBezTo>
                  <a:pt x="1071934" y="1105207"/>
                  <a:pt x="1073606" y="1104929"/>
                  <a:pt x="1074451" y="1104904"/>
                </a:cubicBezTo>
                <a:cubicBezTo>
                  <a:pt x="1087140" y="1104484"/>
                  <a:pt x="1080035" y="1104920"/>
                  <a:pt x="1084283" y="1104784"/>
                </a:cubicBezTo>
                <a:cubicBezTo>
                  <a:pt x="1086594" y="1104751"/>
                  <a:pt x="1111609" y="1103234"/>
                  <a:pt x="1106902" y="1104103"/>
                </a:cubicBezTo>
                <a:cubicBezTo>
                  <a:pt x="1189195" y="1098879"/>
                  <a:pt x="1129738" y="1103094"/>
                  <a:pt x="1079046" y="1104665"/>
                </a:cubicBezTo>
                <a:cubicBezTo>
                  <a:pt x="1095198" y="1104008"/>
                  <a:pt x="1126242" y="1102668"/>
                  <a:pt x="1140414" y="1101657"/>
                </a:cubicBezTo>
                <a:cubicBezTo>
                  <a:pt x="1145464" y="1101313"/>
                  <a:pt x="1142462" y="1101287"/>
                  <a:pt x="1150975" y="1100666"/>
                </a:cubicBezTo>
                <a:cubicBezTo>
                  <a:pt x="1168364" y="1099896"/>
                  <a:pt x="1251954" y="1091746"/>
                  <a:pt x="1273364" y="1088275"/>
                </a:cubicBezTo>
                <a:cubicBezTo>
                  <a:pt x="1260163" y="1090160"/>
                  <a:pt x="1264066" y="1089893"/>
                  <a:pt x="1274255" y="1088473"/>
                </a:cubicBezTo>
                <a:cubicBezTo>
                  <a:pt x="1284425" y="1087025"/>
                  <a:pt x="1275833" y="1087893"/>
                  <a:pt x="1277813" y="1087578"/>
                </a:cubicBezTo>
                <a:cubicBezTo>
                  <a:pt x="1280082" y="1087382"/>
                  <a:pt x="1327876" y="1080081"/>
                  <a:pt x="1335878" y="1078423"/>
                </a:cubicBezTo>
                <a:cubicBezTo>
                  <a:pt x="1299935" y="1084676"/>
                  <a:pt x="1308026" y="1083633"/>
                  <a:pt x="1338634" y="1078343"/>
                </a:cubicBezTo>
                <a:cubicBezTo>
                  <a:pt x="1334228" y="1079206"/>
                  <a:pt x="1329751" y="1080060"/>
                  <a:pt x="1325373" y="1080882"/>
                </a:cubicBezTo>
                <a:cubicBezTo>
                  <a:pt x="1343478" y="1077818"/>
                  <a:pt x="1380765" y="1070906"/>
                  <a:pt x="1391164" y="1068464"/>
                </a:cubicBezTo>
                <a:cubicBezTo>
                  <a:pt x="1392777" y="1068103"/>
                  <a:pt x="1386925" y="1069125"/>
                  <a:pt x="1387831" y="1068921"/>
                </a:cubicBezTo>
                <a:cubicBezTo>
                  <a:pt x="1396939" y="1067003"/>
                  <a:pt x="1427286" y="1060282"/>
                  <a:pt x="1428805" y="1059773"/>
                </a:cubicBezTo>
                <a:cubicBezTo>
                  <a:pt x="1430008" y="1059435"/>
                  <a:pt x="1416855" y="1062341"/>
                  <a:pt x="1421702" y="1061112"/>
                </a:cubicBezTo>
                <a:cubicBezTo>
                  <a:pt x="1422716" y="1060858"/>
                  <a:pt x="1435436" y="1058180"/>
                  <a:pt x="1447690" y="1055001"/>
                </a:cubicBezTo>
                <a:cubicBezTo>
                  <a:pt x="1452236" y="1053823"/>
                  <a:pt x="1449444" y="1054319"/>
                  <a:pt x="1450588" y="1054018"/>
                </a:cubicBezTo>
                <a:cubicBezTo>
                  <a:pt x="1460125" y="1051456"/>
                  <a:pt x="1454466" y="1053337"/>
                  <a:pt x="1471987" y="1048599"/>
                </a:cubicBezTo>
                <a:cubicBezTo>
                  <a:pt x="1484836" y="1045062"/>
                  <a:pt x="1494182" y="1042113"/>
                  <a:pt x="1511668" y="1036991"/>
                </a:cubicBezTo>
                <a:cubicBezTo>
                  <a:pt x="1454121" y="1053181"/>
                  <a:pt x="1502362" y="1039823"/>
                  <a:pt x="1526468" y="1032041"/>
                </a:cubicBezTo>
                <a:cubicBezTo>
                  <a:pt x="1530264" y="1030788"/>
                  <a:pt x="1527008" y="1031588"/>
                  <a:pt x="1549710" y="1024305"/>
                </a:cubicBezTo>
                <a:cubicBezTo>
                  <a:pt x="1501529" y="1040637"/>
                  <a:pt x="1563738" y="1020356"/>
                  <a:pt x="1576393" y="1015487"/>
                </a:cubicBezTo>
                <a:cubicBezTo>
                  <a:pt x="1577087" y="1015240"/>
                  <a:pt x="1577411" y="1015397"/>
                  <a:pt x="1583585" y="1013169"/>
                </a:cubicBezTo>
                <a:cubicBezTo>
                  <a:pt x="1584094" y="1012977"/>
                  <a:pt x="1583307" y="1013101"/>
                  <a:pt x="1589001" y="1010994"/>
                </a:cubicBezTo>
                <a:cubicBezTo>
                  <a:pt x="1643371" y="990148"/>
                  <a:pt x="1608616" y="1003557"/>
                  <a:pt x="1619003" y="999750"/>
                </a:cubicBezTo>
                <a:cubicBezTo>
                  <a:pt x="1623308" y="998200"/>
                  <a:pt x="1649467" y="987095"/>
                  <a:pt x="1656335" y="983974"/>
                </a:cubicBezTo>
                <a:cubicBezTo>
                  <a:pt x="1657924" y="983272"/>
                  <a:pt x="1657276" y="983763"/>
                  <a:pt x="1663418" y="981028"/>
                </a:cubicBezTo>
                <a:cubicBezTo>
                  <a:pt x="1674175" y="976221"/>
                  <a:pt x="1684067" y="971381"/>
                  <a:pt x="1691120" y="967985"/>
                </a:cubicBezTo>
                <a:cubicBezTo>
                  <a:pt x="1691923" y="967576"/>
                  <a:pt x="1692169" y="967858"/>
                  <a:pt x="1705411" y="961208"/>
                </a:cubicBezTo>
                <a:cubicBezTo>
                  <a:pt x="1709130" y="959324"/>
                  <a:pt x="1713390" y="957060"/>
                  <a:pt x="1707957" y="959708"/>
                </a:cubicBezTo>
                <a:cubicBezTo>
                  <a:pt x="1690379" y="968397"/>
                  <a:pt x="1656365" y="984498"/>
                  <a:pt x="1635377" y="992770"/>
                </a:cubicBezTo>
                <a:cubicBezTo>
                  <a:pt x="1616456" y="1000532"/>
                  <a:pt x="1675687" y="975357"/>
                  <a:pt x="1678650" y="973485"/>
                </a:cubicBezTo>
                <a:cubicBezTo>
                  <a:pt x="1679777" y="972966"/>
                  <a:pt x="1668326" y="978405"/>
                  <a:pt x="1680024" y="973027"/>
                </a:cubicBezTo>
                <a:cubicBezTo>
                  <a:pt x="1690040" y="968412"/>
                  <a:pt x="1707510" y="959423"/>
                  <a:pt x="1722109" y="951890"/>
                </a:cubicBezTo>
                <a:cubicBezTo>
                  <a:pt x="1723236" y="951337"/>
                  <a:pt x="1734857" y="945626"/>
                  <a:pt x="1734316" y="945917"/>
                </a:cubicBezTo>
                <a:cubicBezTo>
                  <a:pt x="1733900" y="946215"/>
                  <a:pt x="1716291" y="955552"/>
                  <a:pt x="1718899" y="954302"/>
                </a:cubicBezTo>
                <a:cubicBezTo>
                  <a:pt x="1719223" y="954166"/>
                  <a:pt x="1730443" y="948280"/>
                  <a:pt x="1731924" y="947569"/>
                </a:cubicBezTo>
                <a:cubicBezTo>
                  <a:pt x="1733745" y="946715"/>
                  <a:pt x="1739008" y="945053"/>
                  <a:pt x="1741369" y="943786"/>
                </a:cubicBezTo>
                <a:cubicBezTo>
                  <a:pt x="1747511" y="940482"/>
                  <a:pt x="1743422" y="942462"/>
                  <a:pt x="1747388" y="940278"/>
                </a:cubicBezTo>
                <a:cubicBezTo>
                  <a:pt x="1756077" y="935681"/>
                  <a:pt x="1784674" y="918918"/>
                  <a:pt x="1785461" y="917842"/>
                </a:cubicBezTo>
                <a:cubicBezTo>
                  <a:pt x="1780754" y="920746"/>
                  <a:pt x="1775892" y="923677"/>
                  <a:pt x="1771247" y="926427"/>
                </a:cubicBezTo>
                <a:cubicBezTo>
                  <a:pt x="1797545" y="910414"/>
                  <a:pt x="1786201" y="917005"/>
                  <a:pt x="1789890" y="914686"/>
                </a:cubicBezTo>
                <a:cubicBezTo>
                  <a:pt x="1793794" y="912113"/>
                  <a:pt x="1792899" y="913109"/>
                  <a:pt x="1801542" y="907533"/>
                </a:cubicBezTo>
                <a:cubicBezTo>
                  <a:pt x="1803440" y="906649"/>
                  <a:pt x="1839136" y="881688"/>
                  <a:pt x="1838133" y="881922"/>
                </a:cubicBezTo>
                <a:cubicBezTo>
                  <a:pt x="1819058" y="896031"/>
                  <a:pt x="1825864" y="890492"/>
                  <a:pt x="1824999" y="891148"/>
                </a:cubicBezTo>
                <a:cubicBezTo>
                  <a:pt x="1821573" y="893537"/>
                  <a:pt x="1817298" y="896778"/>
                  <a:pt x="1812591" y="899955"/>
                </a:cubicBezTo>
                <a:cubicBezTo>
                  <a:pt x="1779658" y="921696"/>
                  <a:pt x="1812638" y="899546"/>
                  <a:pt x="1804813" y="904587"/>
                </a:cubicBezTo>
                <a:cubicBezTo>
                  <a:pt x="1802159" y="906317"/>
                  <a:pt x="1796912" y="909939"/>
                  <a:pt x="1795770" y="910663"/>
                </a:cubicBezTo>
                <a:cubicBezTo>
                  <a:pt x="1792020" y="913022"/>
                  <a:pt x="1791819" y="912851"/>
                  <a:pt x="1789334" y="914448"/>
                </a:cubicBezTo>
                <a:cubicBezTo>
                  <a:pt x="1783501" y="918168"/>
                  <a:pt x="1790523" y="914167"/>
                  <a:pt x="1790075" y="914471"/>
                </a:cubicBezTo>
                <a:cubicBezTo>
                  <a:pt x="1784982" y="918040"/>
                  <a:pt x="1764071" y="930295"/>
                  <a:pt x="1776757" y="922208"/>
                </a:cubicBezTo>
                <a:cubicBezTo>
                  <a:pt x="1768978" y="926747"/>
                  <a:pt x="1768346" y="927640"/>
                  <a:pt x="1762080" y="931091"/>
                </a:cubicBezTo>
                <a:cubicBezTo>
                  <a:pt x="1749564" y="937897"/>
                  <a:pt x="1768114" y="927325"/>
                  <a:pt x="1772914" y="924301"/>
                </a:cubicBezTo>
                <a:cubicBezTo>
                  <a:pt x="1790677" y="913208"/>
                  <a:pt x="1795770" y="910453"/>
                  <a:pt x="1820123" y="893699"/>
                </a:cubicBezTo>
                <a:cubicBezTo>
                  <a:pt x="1828827" y="887652"/>
                  <a:pt x="1838580" y="880215"/>
                  <a:pt x="1842593" y="877170"/>
                </a:cubicBezTo>
                <a:cubicBezTo>
                  <a:pt x="1845263" y="875343"/>
                  <a:pt x="1868288" y="858151"/>
                  <a:pt x="1868227" y="856435"/>
                </a:cubicBezTo>
                <a:cubicBezTo>
                  <a:pt x="1877193" y="849243"/>
                  <a:pt x="1890743" y="838453"/>
                  <a:pt x="1899354" y="830261"/>
                </a:cubicBezTo>
                <a:cubicBezTo>
                  <a:pt x="1906947" y="823048"/>
                  <a:pt x="1904200" y="825011"/>
                  <a:pt x="1904895" y="824330"/>
                </a:cubicBezTo>
                <a:cubicBezTo>
                  <a:pt x="1906006" y="823262"/>
                  <a:pt x="1914834" y="814623"/>
                  <a:pt x="1917828" y="811399"/>
                </a:cubicBezTo>
                <a:cubicBezTo>
                  <a:pt x="1921285" y="807729"/>
                  <a:pt x="1919448" y="809431"/>
                  <a:pt x="1924849" y="803615"/>
                </a:cubicBezTo>
                <a:cubicBezTo>
                  <a:pt x="1938075" y="789089"/>
                  <a:pt x="1937797" y="789639"/>
                  <a:pt x="1939217" y="788133"/>
                </a:cubicBezTo>
                <a:cubicBezTo>
                  <a:pt x="1954758" y="770322"/>
                  <a:pt x="1947489" y="777785"/>
                  <a:pt x="1950777" y="773743"/>
                </a:cubicBezTo>
                <a:cubicBezTo>
                  <a:pt x="1954681" y="770698"/>
                  <a:pt x="1993201" y="714875"/>
                  <a:pt x="1998186" y="701272"/>
                </a:cubicBezTo>
                <a:cubicBezTo>
                  <a:pt x="1995640" y="706448"/>
                  <a:pt x="1992939" y="711634"/>
                  <a:pt x="1990145" y="716728"/>
                </a:cubicBezTo>
                <a:cubicBezTo>
                  <a:pt x="1995593" y="707799"/>
                  <a:pt x="2000069" y="697771"/>
                  <a:pt x="2000578" y="697826"/>
                </a:cubicBezTo>
                <a:cubicBezTo>
                  <a:pt x="2000902" y="695713"/>
                  <a:pt x="2010347" y="676453"/>
                  <a:pt x="2012508" y="670455"/>
                </a:cubicBezTo>
                <a:cubicBezTo>
                  <a:pt x="2013418" y="668113"/>
                  <a:pt x="2013217" y="668248"/>
                  <a:pt x="2014329" y="665312"/>
                </a:cubicBezTo>
                <a:cubicBezTo>
                  <a:pt x="2019036" y="653813"/>
                  <a:pt x="2026690" y="627150"/>
                  <a:pt x="2027786" y="620531"/>
                </a:cubicBezTo>
                <a:cubicBezTo>
                  <a:pt x="2034144" y="592419"/>
                  <a:pt x="2016273" y="663962"/>
                  <a:pt x="2012137" y="668768"/>
                </a:cubicBezTo>
                <a:cubicBezTo>
                  <a:pt x="2018094" y="658382"/>
                  <a:pt x="2032863" y="594406"/>
                  <a:pt x="2025656" y="623693"/>
                </a:cubicBezTo>
                <a:cubicBezTo>
                  <a:pt x="2024560" y="628209"/>
                  <a:pt x="2022755" y="636327"/>
                  <a:pt x="2022045" y="638817"/>
                </a:cubicBezTo>
                <a:cubicBezTo>
                  <a:pt x="2017029" y="655789"/>
                  <a:pt x="2020749" y="642372"/>
                  <a:pt x="2020332" y="643693"/>
                </a:cubicBezTo>
                <a:cubicBezTo>
                  <a:pt x="2019653" y="645941"/>
                  <a:pt x="2016273" y="657131"/>
                  <a:pt x="2015131" y="660025"/>
                </a:cubicBezTo>
                <a:cubicBezTo>
                  <a:pt x="2014730" y="660950"/>
                  <a:pt x="2016906" y="654786"/>
                  <a:pt x="2010825" y="670487"/>
                </a:cubicBezTo>
                <a:cubicBezTo>
                  <a:pt x="2014514" y="662982"/>
                  <a:pt x="2027987" y="617361"/>
                  <a:pt x="2028187" y="611058"/>
                </a:cubicBezTo>
                <a:cubicBezTo>
                  <a:pt x="2028218" y="608815"/>
                  <a:pt x="2026628" y="622615"/>
                  <a:pt x="2032231" y="582462"/>
                </a:cubicBezTo>
                <a:cubicBezTo>
                  <a:pt x="2032123" y="582925"/>
                  <a:pt x="2032030" y="583387"/>
                  <a:pt x="2031922" y="583851"/>
                </a:cubicBezTo>
                <a:cubicBezTo>
                  <a:pt x="2032894" y="573935"/>
                  <a:pt x="2033388" y="563987"/>
                  <a:pt x="2033373" y="553956"/>
                </a:cubicBezTo>
                <a:cubicBezTo>
                  <a:pt x="2033373" y="553081"/>
                  <a:pt x="2033373" y="552204"/>
                  <a:pt x="2033357" y="551329"/>
                </a:cubicBezTo>
                <a:cubicBezTo>
                  <a:pt x="2033249" y="539552"/>
                  <a:pt x="2032462" y="527958"/>
                  <a:pt x="2030980" y="516298"/>
                </a:cubicBezTo>
                <a:cubicBezTo>
                  <a:pt x="2031428" y="518709"/>
                  <a:pt x="2033095" y="531297"/>
                  <a:pt x="2031212" y="515426"/>
                </a:cubicBezTo>
                <a:cubicBezTo>
                  <a:pt x="2029947" y="506321"/>
                  <a:pt x="2030579" y="513102"/>
                  <a:pt x="2030456" y="512270"/>
                </a:cubicBezTo>
                <a:cubicBezTo>
                  <a:pt x="2029947" y="508261"/>
                  <a:pt x="2024499" y="469730"/>
                  <a:pt x="2007970" y="431811"/>
                </a:cubicBezTo>
                <a:cubicBezTo>
                  <a:pt x="1992229" y="393586"/>
                  <a:pt x="1966425" y="357580"/>
                  <a:pt x="1957536" y="346280"/>
                </a:cubicBezTo>
                <a:cubicBezTo>
                  <a:pt x="1951872" y="338517"/>
                  <a:pt x="1933847" y="317813"/>
                  <a:pt x="1932442" y="316493"/>
                </a:cubicBezTo>
                <a:cubicBezTo>
                  <a:pt x="1924572" y="307045"/>
                  <a:pt x="1893012" y="276170"/>
                  <a:pt x="1886098" y="270664"/>
                </a:cubicBezTo>
                <a:cubicBezTo>
                  <a:pt x="1881993" y="267087"/>
                  <a:pt x="1885743" y="270672"/>
                  <a:pt x="1882070" y="267462"/>
                </a:cubicBezTo>
                <a:cubicBezTo>
                  <a:pt x="1878644" y="264483"/>
                  <a:pt x="1882348" y="267392"/>
                  <a:pt x="1881329" y="266503"/>
                </a:cubicBezTo>
                <a:cubicBezTo>
                  <a:pt x="1873659" y="257998"/>
                  <a:pt x="1804705" y="207337"/>
                  <a:pt x="1786911" y="197568"/>
                </a:cubicBezTo>
                <a:cubicBezTo>
                  <a:pt x="1797761" y="203587"/>
                  <a:pt x="1848673" y="238858"/>
                  <a:pt x="1847531" y="238485"/>
                </a:cubicBezTo>
                <a:cubicBezTo>
                  <a:pt x="1847408" y="238312"/>
                  <a:pt x="1835185" y="229036"/>
                  <a:pt x="1832716" y="227417"/>
                </a:cubicBezTo>
                <a:cubicBezTo>
                  <a:pt x="1828749" y="224279"/>
                  <a:pt x="1813965" y="214677"/>
                  <a:pt x="1805863" y="209275"/>
                </a:cubicBezTo>
                <a:cubicBezTo>
                  <a:pt x="1804952" y="208689"/>
                  <a:pt x="1808780" y="210684"/>
                  <a:pt x="1794458" y="201440"/>
                </a:cubicBezTo>
                <a:cubicBezTo>
                  <a:pt x="1789581" y="198293"/>
                  <a:pt x="1776047" y="190148"/>
                  <a:pt x="1762898" y="182257"/>
                </a:cubicBezTo>
                <a:cubicBezTo>
                  <a:pt x="1744116" y="169329"/>
                  <a:pt x="1636843" y="118719"/>
                  <a:pt x="1628370" y="117190"/>
                </a:cubicBezTo>
                <a:cubicBezTo>
                  <a:pt x="1628062" y="117065"/>
                  <a:pt x="1643664" y="123593"/>
                  <a:pt x="1633062" y="119367"/>
                </a:cubicBezTo>
                <a:cubicBezTo>
                  <a:pt x="1619126" y="113910"/>
                  <a:pt x="1631843" y="118378"/>
                  <a:pt x="1615623" y="111905"/>
                </a:cubicBezTo>
                <a:cubicBezTo>
                  <a:pt x="1613231" y="110714"/>
                  <a:pt x="1567426" y="93975"/>
                  <a:pt x="1565806" y="93680"/>
                </a:cubicBezTo>
                <a:cubicBezTo>
                  <a:pt x="1551731" y="89093"/>
                  <a:pt x="1591949" y="103308"/>
                  <a:pt x="1591239" y="103248"/>
                </a:cubicBezTo>
                <a:cubicBezTo>
                  <a:pt x="1589943" y="102743"/>
                  <a:pt x="1556531" y="91037"/>
                  <a:pt x="1555049" y="90637"/>
                </a:cubicBezTo>
                <a:cubicBezTo>
                  <a:pt x="1553768" y="90179"/>
                  <a:pt x="1581393" y="99088"/>
                  <a:pt x="1548290" y="88102"/>
                </a:cubicBezTo>
                <a:cubicBezTo>
                  <a:pt x="1551978" y="89369"/>
                  <a:pt x="1555852" y="90716"/>
                  <a:pt x="1559617" y="92044"/>
                </a:cubicBezTo>
                <a:cubicBezTo>
                  <a:pt x="1543938" y="86853"/>
                  <a:pt x="1542734" y="86250"/>
                  <a:pt x="1538953" y="84993"/>
                </a:cubicBezTo>
                <a:cubicBezTo>
                  <a:pt x="1527378" y="81219"/>
                  <a:pt x="1514183" y="77508"/>
                  <a:pt x="1495618" y="71633"/>
                </a:cubicBezTo>
                <a:cubicBezTo>
                  <a:pt x="1490664" y="70071"/>
                  <a:pt x="1498998" y="72313"/>
                  <a:pt x="1498380" y="72116"/>
                </a:cubicBezTo>
                <a:cubicBezTo>
                  <a:pt x="1492423" y="70212"/>
                  <a:pt x="1484628" y="68483"/>
                  <a:pt x="1475577" y="65656"/>
                </a:cubicBezTo>
                <a:cubicBezTo>
                  <a:pt x="1474902" y="65485"/>
                  <a:pt x="1496189" y="70909"/>
                  <a:pt x="1459071" y="61022"/>
                </a:cubicBezTo>
                <a:cubicBezTo>
                  <a:pt x="1461609" y="61716"/>
                  <a:pt x="1464101" y="62406"/>
                  <a:pt x="1466663" y="63120"/>
                </a:cubicBezTo>
                <a:cubicBezTo>
                  <a:pt x="1461548" y="61705"/>
                  <a:pt x="1423818" y="52371"/>
                  <a:pt x="1418644" y="51283"/>
                </a:cubicBezTo>
                <a:cubicBezTo>
                  <a:pt x="1403870" y="47847"/>
                  <a:pt x="1416841" y="50552"/>
                  <a:pt x="1401907" y="47241"/>
                </a:cubicBezTo>
                <a:cubicBezTo>
                  <a:pt x="1411545" y="49580"/>
                  <a:pt x="1365637" y="39860"/>
                  <a:pt x="1368421" y="40302"/>
                </a:cubicBezTo>
                <a:cubicBezTo>
                  <a:pt x="1362124" y="39266"/>
                  <a:pt x="1322945" y="31725"/>
                  <a:pt x="1304656" y="28934"/>
                </a:cubicBezTo>
                <a:cubicBezTo>
                  <a:pt x="1293038" y="27023"/>
                  <a:pt x="1269183" y="23711"/>
                  <a:pt x="1265541" y="23229"/>
                </a:cubicBezTo>
                <a:cubicBezTo>
                  <a:pt x="1261041" y="22599"/>
                  <a:pt x="1262442" y="22584"/>
                  <a:pt x="1254292" y="21469"/>
                </a:cubicBezTo>
                <a:cubicBezTo>
                  <a:pt x="1251991" y="21143"/>
                  <a:pt x="1227557" y="18134"/>
                  <a:pt x="1206286" y="15781"/>
                </a:cubicBezTo>
                <a:cubicBezTo>
                  <a:pt x="1202148" y="15311"/>
                  <a:pt x="1193442" y="14158"/>
                  <a:pt x="1201173" y="14851"/>
                </a:cubicBezTo>
                <a:cubicBezTo>
                  <a:pt x="1214416" y="15996"/>
                  <a:pt x="1239168" y="19150"/>
                  <a:pt x="1238940" y="18964"/>
                </a:cubicBezTo>
                <a:cubicBezTo>
                  <a:pt x="1238486" y="18643"/>
                  <a:pt x="1205108" y="14997"/>
                  <a:pt x="1195969" y="14174"/>
                </a:cubicBezTo>
                <a:cubicBezTo>
                  <a:pt x="1154055" y="10220"/>
                  <a:pt x="1178311" y="12281"/>
                  <a:pt x="1177196" y="12088"/>
                </a:cubicBezTo>
                <a:cubicBezTo>
                  <a:pt x="1174456" y="11672"/>
                  <a:pt x="1151614" y="9890"/>
                  <a:pt x="1150638" y="9841"/>
                </a:cubicBezTo>
                <a:cubicBezTo>
                  <a:pt x="1146683" y="9494"/>
                  <a:pt x="1162918" y="10584"/>
                  <a:pt x="1163159" y="10534"/>
                </a:cubicBezTo>
                <a:cubicBezTo>
                  <a:pt x="1163480" y="10417"/>
                  <a:pt x="1141397" y="8640"/>
                  <a:pt x="1146420" y="8969"/>
                </a:cubicBezTo>
                <a:cubicBezTo>
                  <a:pt x="1153646" y="9378"/>
                  <a:pt x="1173855" y="11139"/>
                  <a:pt x="1175119" y="11263"/>
                </a:cubicBezTo>
                <a:cubicBezTo>
                  <a:pt x="1191765" y="12584"/>
                  <a:pt x="1168994" y="10346"/>
                  <a:pt x="1162676" y="9775"/>
                </a:cubicBezTo>
                <a:cubicBezTo>
                  <a:pt x="1160765" y="9589"/>
                  <a:pt x="1168390" y="10116"/>
                  <a:pt x="1166806" y="9983"/>
                </a:cubicBezTo>
                <a:cubicBezTo>
                  <a:pt x="1142581" y="7993"/>
                  <a:pt x="1161690" y="9920"/>
                  <a:pt x="1145528" y="8743"/>
                </a:cubicBezTo>
                <a:cubicBezTo>
                  <a:pt x="1131071" y="7756"/>
                  <a:pt x="1149686" y="8823"/>
                  <a:pt x="1149129" y="8789"/>
                </a:cubicBezTo>
                <a:cubicBezTo>
                  <a:pt x="1148433" y="8712"/>
                  <a:pt x="1131106" y="7584"/>
                  <a:pt x="1128415" y="7394"/>
                </a:cubicBezTo>
                <a:cubicBezTo>
                  <a:pt x="1127106" y="7176"/>
                  <a:pt x="1172003" y="9964"/>
                  <a:pt x="1170082" y="9776"/>
                </a:cubicBezTo>
                <a:cubicBezTo>
                  <a:pt x="1155867" y="8678"/>
                  <a:pt x="1141496" y="7730"/>
                  <a:pt x="1127159" y="6946"/>
                </a:cubicBezTo>
                <a:cubicBezTo>
                  <a:pt x="1125980" y="6680"/>
                  <a:pt x="1146695" y="8075"/>
                  <a:pt x="1148799" y="8231"/>
                </a:cubicBezTo>
                <a:cubicBezTo>
                  <a:pt x="1153090" y="8482"/>
                  <a:pt x="1141133" y="7587"/>
                  <a:pt x="1141647" y="7571"/>
                </a:cubicBezTo>
                <a:cubicBezTo>
                  <a:pt x="1141928" y="7547"/>
                  <a:pt x="1155981" y="8347"/>
                  <a:pt x="1143294" y="7456"/>
                </a:cubicBezTo>
                <a:cubicBezTo>
                  <a:pt x="1138934" y="7164"/>
                  <a:pt x="1129718" y="6677"/>
                  <a:pt x="1113953" y="5773"/>
                </a:cubicBezTo>
                <a:cubicBezTo>
                  <a:pt x="1169114" y="8690"/>
                  <a:pt x="1130901" y="6429"/>
                  <a:pt x="1129222" y="6257"/>
                </a:cubicBezTo>
                <a:cubicBezTo>
                  <a:pt x="1127639" y="6105"/>
                  <a:pt x="1154032" y="7454"/>
                  <a:pt x="1122041" y="5685"/>
                </a:cubicBezTo>
                <a:cubicBezTo>
                  <a:pt x="1120683" y="5278"/>
                  <a:pt x="1122713" y="5597"/>
                  <a:pt x="1131799" y="6048"/>
                </a:cubicBezTo>
                <a:cubicBezTo>
                  <a:pt x="1142977" y="6666"/>
                  <a:pt x="1117215" y="4855"/>
                  <a:pt x="1157966" y="7613"/>
                </a:cubicBezTo>
                <a:cubicBezTo>
                  <a:pt x="1155714" y="7209"/>
                  <a:pt x="1122816" y="5238"/>
                  <a:pt x="1121183" y="5213"/>
                </a:cubicBezTo>
                <a:cubicBezTo>
                  <a:pt x="1119696" y="5124"/>
                  <a:pt x="1126940" y="5421"/>
                  <a:pt x="1124359" y="5260"/>
                </a:cubicBezTo>
                <a:cubicBezTo>
                  <a:pt x="1093785" y="3479"/>
                  <a:pt x="1114789" y="4629"/>
                  <a:pt x="1105928" y="4034"/>
                </a:cubicBezTo>
                <a:cubicBezTo>
                  <a:pt x="1105158" y="3944"/>
                  <a:pt x="1076055" y="2857"/>
                  <a:pt x="1098210" y="3613"/>
                </a:cubicBezTo>
                <a:cubicBezTo>
                  <a:pt x="1138340" y="5143"/>
                  <a:pt x="1155291" y="6852"/>
                  <a:pt x="1162028" y="6753"/>
                </a:cubicBezTo>
                <a:cubicBezTo>
                  <a:pt x="1132225" y="4346"/>
                  <a:pt x="1096268" y="3286"/>
                  <a:pt x="1087123" y="3042"/>
                </a:cubicBezTo>
                <a:cubicBezTo>
                  <a:pt x="1073195" y="2634"/>
                  <a:pt x="1087628" y="2969"/>
                  <a:pt x="1085912" y="2894"/>
                </a:cubicBezTo>
                <a:cubicBezTo>
                  <a:pt x="1085308" y="2858"/>
                  <a:pt x="1073334" y="2542"/>
                  <a:pt x="1073200" y="2541"/>
                </a:cubicBezTo>
                <a:cubicBezTo>
                  <a:pt x="1064634" y="1859"/>
                  <a:pt x="1126352" y="4126"/>
                  <a:pt x="1145803" y="5581"/>
                </a:cubicBezTo>
                <a:cubicBezTo>
                  <a:pt x="1140595" y="5201"/>
                  <a:pt x="1135374" y="4843"/>
                  <a:pt x="1130142" y="4508"/>
                </a:cubicBezTo>
                <a:cubicBezTo>
                  <a:pt x="1137246" y="4885"/>
                  <a:pt x="1144328" y="5300"/>
                  <a:pt x="1151388" y="5754"/>
                </a:cubicBezTo>
                <a:cubicBezTo>
                  <a:pt x="1117678" y="3610"/>
                  <a:pt x="1150235" y="5580"/>
                  <a:pt x="1158606" y="5870"/>
                </a:cubicBezTo>
                <a:cubicBezTo>
                  <a:pt x="1160492" y="5921"/>
                  <a:pt x="1138417" y="4574"/>
                  <a:pt x="1163596" y="6066"/>
                </a:cubicBezTo>
                <a:cubicBezTo>
                  <a:pt x="1145042" y="4768"/>
                  <a:pt x="1150975" y="5085"/>
                  <a:pt x="1134071" y="4206"/>
                </a:cubicBezTo>
                <a:cubicBezTo>
                  <a:pt x="1134582" y="4042"/>
                  <a:pt x="1172394" y="6229"/>
                  <a:pt x="1187302" y="7506"/>
                </a:cubicBezTo>
                <a:cubicBezTo>
                  <a:pt x="1134710" y="3449"/>
                  <a:pt x="1164645" y="5902"/>
                  <a:pt x="1119060" y="3208"/>
                </a:cubicBezTo>
                <a:cubicBezTo>
                  <a:pt x="1110627" y="2959"/>
                  <a:pt x="1132302" y="3958"/>
                  <a:pt x="1130542" y="3916"/>
                </a:cubicBezTo>
                <a:cubicBezTo>
                  <a:pt x="1124193" y="3670"/>
                  <a:pt x="1109355" y="2795"/>
                  <a:pt x="1091251" y="2510"/>
                </a:cubicBezTo>
                <a:cubicBezTo>
                  <a:pt x="1088302" y="2468"/>
                  <a:pt x="1100772" y="2989"/>
                  <a:pt x="1082311" y="2426"/>
                </a:cubicBezTo>
                <a:cubicBezTo>
                  <a:pt x="1080226" y="2356"/>
                  <a:pt x="1068599" y="1966"/>
                  <a:pt x="1068752" y="1968"/>
                </a:cubicBezTo>
                <a:cubicBezTo>
                  <a:pt x="1070301" y="1898"/>
                  <a:pt x="1081843" y="2213"/>
                  <a:pt x="1082357" y="2195"/>
                </a:cubicBezTo>
                <a:cubicBezTo>
                  <a:pt x="1082779" y="2160"/>
                  <a:pt x="1069886" y="1870"/>
                  <a:pt x="1069846" y="1870"/>
                </a:cubicBezTo>
                <a:cubicBezTo>
                  <a:pt x="1069460" y="1738"/>
                  <a:pt x="1080573" y="2070"/>
                  <a:pt x="1078978" y="1998"/>
                </a:cubicBezTo>
                <a:cubicBezTo>
                  <a:pt x="1075525" y="1814"/>
                  <a:pt x="1029020" y="580"/>
                  <a:pt x="1089724" y="2033"/>
                </a:cubicBezTo>
                <a:cubicBezTo>
                  <a:pt x="1039285" y="978"/>
                  <a:pt x="1083197" y="1816"/>
                  <a:pt x="1102929" y="2563"/>
                </a:cubicBezTo>
                <a:cubicBezTo>
                  <a:pt x="1107936" y="2741"/>
                  <a:pt x="1109209" y="2711"/>
                  <a:pt x="1116325" y="2995"/>
                </a:cubicBezTo>
                <a:cubicBezTo>
                  <a:pt x="1125454" y="3357"/>
                  <a:pt x="1136198" y="3971"/>
                  <a:pt x="1140977" y="4235"/>
                </a:cubicBezTo>
                <a:cubicBezTo>
                  <a:pt x="1146087" y="4539"/>
                  <a:pt x="1117052" y="2567"/>
                  <a:pt x="1159057" y="5205"/>
                </a:cubicBezTo>
                <a:cubicBezTo>
                  <a:pt x="1137641" y="3498"/>
                  <a:pt x="1100083" y="2007"/>
                  <a:pt x="1078916" y="1457"/>
                </a:cubicBezTo>
                <a:cubicBezTo>
                  <a:pt x="1036647" y="342"/>
                  <a:pt x="1108556" y="1774"/>
                  <a:pt x="1116009" y="2375"/>
                </a:cubicBezTo>
                <a:cubicBezTo>
                  <a:pt x="1117999" y="2452"/>
                  <a:pt x="1111333" y="2068"/>
                  <a:pt x="1112660" y="2118"/>
                </a:cubicBezTo>
                <a:cubicBezTo>
                  <a:pt x="1114772" y="2085"/>
                  <a:pt x="1155646" y="4289"/>
                  <a:pt x="1159640" y="4575"/>
                </a:cubicBezTo>
                <a:cubicBezTo>
                  <a:pt x="1163657" y="4733"/>
                  <a:pt x="1144710" y="3631"/>
                  <a:pt x="1143440" y="3488"/>
                </a:cubicBezTo>
                <a:cubicBezTo>
                  <a:pt x="1142659" y="3252"/>
                  <a:pt x="1191685" y="6516"/>
                  <a:pt x="1165162" y="4625"/>
                </a:cubicBezTo>
                <a:cubicBezTo>
                  <a:pt x="1146853" y="3259"/>
                  <a:pt x="1112930" y="1932"/>
                  <a:pt x="1107283" y="1526"/>
                </a:cubicBezTo>
                <a:cubicBezTo>
                  <a:pt x="1134121" y="2502"/>
                  <a:pt x="1161353" y="4074"/>
                  <a:pt x="1188208" y="6217"/>
                </a:cubicBezTo>
                <a:cubicBezTo>
                  <a:pt x="1173388" y="4909"/>
                  <a:pt x="1158811" y="3806"/>
                  <a:pt x="1143962" y="2868"/>
                </a:cubicBezTo>
                <a:cubicBezTo>
                  <a:pt x="1174241" y="4547"/>
                  <a:pt x="1200529" y="6795"/>
                  <a:pt x="1229069" y="9538"/>
                </a:cubicBezTo>
                <a:cubicBezTo>
                  <a:pt x="1160318" y="2627"/>
                  <a:pt x="1251442" y="11256"/>
                  <a:pt x="1252556" y="11739"/>
                </a:cubicBezTo>
                <a:cubicBezTo>
                  <a:pt x="1252931" y="11704"/>
                  <a:pt x="1225674" y="8431"/>
                  <a:pt x="1221410" y="8022"/>
                </a:cubicBezTo>
                <a:cubicBezTo>
                  <a:pt x="1245576" y="9851"/>
                  <a:pt x="1318377" y="19590"/>
                  <a:pt x="1275787" y="13542"/>
                </a:cubicBezTo>
                <a:cubicBezTo>
                  <a:pt x="1283442" y="14581"/>
                  <a:pt x="1302376" y="16981"/>
                  <a:pt x="1302094" y="16940"/>
                </a:cubicBezTo>
                <a:cubicBezTo>
                  <a:pt x="1299726" y="16285"/>
                  <a:pt x="1258814" y="11154"/>
                  <a:pt x="1265517" y="11884"/>
                </a:cubicBezTo>
                <a:cubicBezTo>
                  <a:pt x="1273248" y="12627"/>
                  <a:pt x="1283999" y="14243"/>
                  <a:pt x="1295961" y="15887"/>
                </a:cubicBezTo>
                <a:cubicBezTo>
                  <a:pt x="1356639" y="24854"/>
                  <a:pt x="1340400" y="20982"/>
                  <a:pt x="1401046" y="32811"/>
                </a:cubicBezTo>
                <a:cubicBezTo>
                  <a:pt x="1399850" y="32528"/>
                  <a:pt x="1398652" y="32246"/>
                  <a:pt x="1397455" y="31965"/>
                </a:cubicBezTo>
                <a:cubicBezTo>
                  <a:pt x="1463285" y="45269"/>
                  <a:pt x="1528382" y="62684"/>
                  <a:pt x="1591810" y="84986"/>
                </a:cubicBezTo>
                <a:cubicBezTo>
                  <a:pt x="1617058" y="92920"/>
                  <a:pt x="1682246" y="118767"/>
                  <a:pt x="1713050" y="134271"/>
                </a:cubicBezTo>
                <a:cubicBezTo>
                  <a:pt x="1719470" y="137190"/>
                  <a:pt x="1749718" y="152913"/>
                  <a:pt x="1751848" y="154258"/>
                </a:cubicBezTo>
                <a:cubicBezTo>
                  <a:pt x="1755969" y="156486"/>
                  <a:pt x="1732958" y="144444"/>
                  <a:pt x="1743298" y="150018"/>
                </a:cubicBezTo>
                <a:cubicBezTo>
                  <a:pt x="1745613" y="150771"/>
                  <a:pt x="1795862" y="179344"/>
                  <a:pt x="1792375" y="177394"/>
                </a:cubicBezTo>
                <a:cubicBezTo>
                  <a:pt x="1786680" y="173868"/>
                  <a:pt x="1769303" y="164025"/>
                  <a:pt x="1766355" y="162369"/>
                </a:cubicBezTo>
                <a:cubicBezTo>
                  <a:pt x="1747727" y="147774"/>
                  <a:pt x="1897333" y="245388"/>
                  <a:pt x="1901052" y="255629"/>
                </a:cubicBezTo>
                <a:cubicBezTo>
                  <a:pt x="1898151" y="252978"/>
                  <a:pt x="1895218" y="250342"/>
                  <a:pt x="1892240" y="247720"/>
                </a:cubicBezTo>
                <a:cubicBezTo>
                  <a:pt x="1900790" y="254990"/>
                  <a:pt x="1909278" y="262589"/>
                  <a:pt x="1917519" y="270402"/>
                </a:cubicBezTo>
                <a:close/>
                <a:moveTo>
                  <a:pt x="1454736" y="60717"/>
                </a:moveTo>
                <a:cubicBezTo>
                  <a:pt x="1448301" y="59242"/>
                  <a:pt x="1432161" y="55070"/>
                  <a:pt x="1422462" y="52868"/>
                </a:cubicBezTo>
                <a:cubicBezTo>
                  <a:pt x="1409293" y="49802"/>
                  <a:pt x="1386539" y="45634"/>
                  <a:pt x="1396419" y="47038"/>
                </a:cubicBezTo>
                <a:cubicBezTo>
                  <a:pt x="1415852" y="51218"/>
                  <a:pt x="1435469" y="55811"/>
                  <a:pt x="1454736" y="60717"/>
                </a:cubicBezTo>
                <a:close/>
                <a:moveTo>
                  <a:pt x="1726816" y="163192"/>
                </a:moveTo>
                <a:cubicBezTo>
                  <a:pt x="1715025" y="156938"/>
                  <a:pt x="1724517" y="161199"/>
                  <a:pt x="1733992" y="166496"/>
                </a:cubicBezTo>
                <a:cubicBezTo>
                  <a:pt x="1735042" y="167091"/>
                  <a:pt x="1742588" y="171737"/>
                  <a:pt x="1726816" y="163192"/>
                </a:cubicBezTo>
                <a:close/>
                <a:moveTo>
                  <a:pt x="1599048" y="106126"/>
                </a:moveTo>
                <a:cubicBezTo>
                  <a:pt x="1599588" y="106311"/>
                  <a:pt x="1610422" y="110456"/>
                  <a:pt x="1610777" y="110618"/>
                </a:cubicBezTo>
                <a:cubicBezTo>
                  <a:pt x="1620423" y="114509"/>
                  <a:pt x="1587751" y="102022"/>
                  <a:pt x="1599048" y="106126"/>
                </a:cubicBezTo>
                <a:close/>
                <a:moveTo>
                  <a:pt x="2033774" y="560609"/>
                </a:moveTo>
                <a:cubicBezTo>
                  <a:pt x="2033851" y="556876"/>
                  <a:pt x="2033805" y="554808"/>
                  <a:pt x="2033758" y="553956"/>
                </a:cubicBezTo>
                <a:cubicBezTo>
                  <a:pt x="2033712" y="553294"/>
                  <a:pt x="2033666" y="553366"/>
                  <a:pt x="2033620" y="553956"/>
                </a:cubicBezTo>
                <a:cubicBezTo>
                  <a:pt x="2033496" y="555528"/>
                  <a:pt x="2033373" y="560765"/>
                  <a:pt x="2033296" y="565560"/>
                </a:cubicBezTo>
                <a:cubicBezTo>
                  <a:pt x="2033296" y="566123"/>
                  <a:pt x="2033774" y="561556"/>
                  <a:pt x="2033774" y="560609"/>
                </a:cubicBezTo>
                <a:close/>
                <a:moveTo>
                  <a:pt x="2033851" y="550369"/>
                </a:moveTo>
                <a:cubicBezTo>
                  <a:pt x="2034376" y="539129"/>
                  <a:pt x="2031351" y="516963"/>
                  <a:pt x="2032863" y="534659"/>
                </a:cubicBezTo>
                <a:cubicBezTo>
                  <a:pt x="2033064" y="536359"/>
                  <a:pt x="2033897" y="550871"/>
                  <a:pt x="2033851" y="550369"/>
                </a:cubicBezTo>
                <a:close/>
                <a:moveTo>
                  <a:pt x="1684283" y="141930"/>
                </a:moveTo>
                <a:cubicBezTo>
                  <a:pt x="1685734" y="142411"/>
                  <a:pt x="1698127" y="148376"/>
                  <a:pt x="1703297" y="150990"/>
                </a:cubicBezTo>
                <a:cubicBezTo>
                  <a:pt x="1703111" y="151040"/>
                  <a:pt x="1689561" y="144340"/>
                  <a:pt x="1684283" y="141930"/>
                </a:cubicBezTo>
                <a:close/>
                <a:moveTo>
                  <a:pt x="1959280" y="348194"/>
                </a:moveTo>
                <a:cubicBezTo>
                  <a:pt x="1960129" y="348194"/>
                  <a:pt x="1929850" y="311916"/>
                  <a:pt x="1927149" y="310112"/>
                </a:cubicBezTo>
                <a:cubicBezTo>
                  <a:pt x="1932581" y="315115"/>
                  <a:pt x="1959156" y="347542"/>
                  <a:pt x="1959280" y="348194"/>
                </a:cubicBezTo>
                <a:close/>
                <a:moveTo>
                  <a:pt x="2016736" y="453454"/>
                </a:moveTo>
                <a:cubicBezTo>
                  <a:pt x="2016458" y="452275"/>
                  <a:pt x="2010733" y="437174"/>
                  <a:pt x="2010717" y="437699"/>
                </a:cubicBezTo>
                <a:cubicBezTo>
                  <a:pt x="2013557" y="444979"/>
                  <a:pt x="2018372" y="458564"/>
                  <a:pt x="2016736" y="453454"/>
                </a:cubicBezTo>
                <a:close/>
                <a:moveTo>
                  <a:pt x="2004513" y="685319"/>
                </a:moveTo>
                <a:cubicBezTo>
                  <a:pt x="2004081" y="686042"/>
                  <a:pt x="2010301" y="675680"/>
                  <a:pt x="1997198" y="701186"/>
                </a:cubicBezTo>
                <a:cubicBezTo>
                  <a:pt x="1995238" y="704916"/>
                  <a:pt x="2001797" y="691372"/>
                  <a:pt x="2001056" y="692692"/>
                </a:cubicBezTo>
                <a:cubicBezTo>
                  <a:pt x="1999668" y="695479"/>
                  <a:pt x="1998525" y="697681"/>
                  <a:pt x="1997630" y="699456"/>
                </a:cubicBezTo>
                <a:cubicBezTo>
                  <a:pt x="2003618" y="687617"/>
                  <a:pt x="2008973" y="674608"/>
                  <a:pt x="2009498" y="673422"/>
                </a:cubicBezTo>
                <a:cubicBezTo>
                  <a:pt x="2012137" y="667688"/>
                  <a:pt x="2004791" y="684981"/>
                  <a:pt x="2004513" y="685319"/>
                </a:cubicBezTo>
                <a:close/>
                <a:moveTo>
                  <a:pt x="1935838" y="790594"/>
                </a:moveTo>
                <a:cubicBezTo>
                  <a:pt x="1934202" y="792769"/>
                  <a:pt x="1922149" y="805794"/>
                  <a:pt x="1919186" y="808671"/>
                </a:cubicBezTo>
                <a:cubicBezTo>
                  <a:pt x="1918676" y="809166"/>
                  <a:pt x="1920590" y="806737"/>
                  <a:pt x="1914942" y="812553"/>
                </a:cubicBezTo>
                <a:cubicBezTo>
                  <a:pt x="1910420" y="817128"/>
                  <a:pt x="1917457" y="810620"/>
                  <a:pt x="1908583" y="819350"/>
                </a:cubicBezTo>
                <a:cubicBezTo>
                  <a:pt x="1899509" y="828124"/>
                  <a:pt x="1911407" y="816169"/>
                  <a:pt x="1910590" y="816919"/>
                </a:cubicBezTo>
                <a:cubicBezTo>
                  <a:pt x="1909617" y="817967"/>
                  <a:pt x="1895527" y="831641"/>
                  <a:pt x="1895774" y="831047"/>
                </a:cubicBezTo>
                <a:cubicBezTo>
                  <a:pt x="1896098" y="830644"/>
                  <a:pt x="1911299" y="816222"/>
                  <a:pt x="1914803" y="812467"/>
                </a:cubicBezTo>
                <a:cubicBezTo>
                  <a:pt x="1919463" y="807629"/>
                  <a:pt x="1913645" y="813299"/>
                  <a:pt x="1921423" y="805272"/>
                </a:cubicBezTo>
                <a:cubicBezTo>
                  <a:pt x="1926254" y="800209"/>
                  <a:pt x="1923908" y="803332"/>
                  <a:pt x="1924942" y="802274"/>
                </a:cubicBezTo>
                <a:cubicBezTo>
                  <a:pt x="1925930" y="801437"/>
                  <a:pt x="1941779" y="783174"/>
                  <a:pt x="1935807" y="790620"/>
                </a:cubicBezTo>
                <a:cubicBezTo>
                  <a:pt x="1935822" y="790613"/>
                  <a:pt x="1935822" y="790603"/>
                  <a:pt x="1935838" y="790594"/>
                </a:cubicBezTo>
                <a:close/>
                <a:moveTo>
                  <a:pt x="1995994" y="702687"/>
                </a:moveTo>
                <a:cubicBezTo>
                  <a:pt x="1996442" y="701785"/>
                  <a:pt x="1996982" y="700729"/>
                  <a:pt x="1997630" y="699456"/>
                </a:cubicBezTo>
                <a:cubicBezTo>
                  <a:pt x="1997090" y="700541"/>
                  <a:pt x="1996535" y="701621"/>
                  <a:pt x="1995994" y="702687"/>
                </a:cubicBezTo>
                <a:close/>
                <a:moveTo>
                  <a:pt x="1492145" y="70713"/>
                </a:moveTo>
                <a:cubicBezTo>
                  <a:pt x="1498797" y="72715"/>
                  <a:pt x="1478933" y="67192"/>
                  <a:pt x="1471320" y="65043"/>
                </a:cubicBezTo>
                <a:cubicBezTo>
                  <a:pt x="1471246" y="64878"/>
                  <a:pt x="1491111" y="70366"/>
                  <a:pt x="1492145" y="70713"/>
                </a:cubicBezTo>
                <a:close/>
                <a:moveTo>
                  <a:pt x="1990377" y="713861"/>
                </a:moveTo>
                <a:cubicBezTo>
                  <a:pt x="1980299" y="730922"/>
                  <a:pt x="1987800" y="718554"/>
                  <a:pt x="1995994" y="702687"/>
                </a:cubicBezTo>
                <a:cubicBezTo>
                  <a:pt x="1993448" y="707711"/>
                  <a:pt x="1993695" y="707976"/>
                  <a:pt x="1990377" y="713861"/>
                </a:cubicBezTo>
                <a:close/>
                <a:moveTo>
                  <a:pt x="1832716" y="227417"/>
                </a:moveTo>
                <a:cubicBezTo>
                  <a:pt x="1833379" y="227935"/>
                  <a:pt x="1833781" y="228287"/>
                  <a:pt x="1833796" y="228392"/>
                </a:cubicBezTo>
                <a:cubicBezTo>
                  <a:pt x="1832052" y="227025"/>
                  <a:pt x="1831913" y="226872"/>
                  <a:pt x="1832716" y="227417"/>
                </a:cubicBezTo>
                <a:close/>
                <a:moveTo>
                  <a:pt x="1869971" y="256259"/>
                </a:moveTo>
                <a:cubicBezTo>
                  <a:pt x="1882641" y="266403"/>
                  <a:pt x="1857161" y="245441"/>
                  <a:pt x="1857208" y="245916"/>
                </a:cubicBezTo>
                <a:cubicBezTo>
                  <a:pt x="1857254" y="245982"/>
                  <a:pt x="1869446" y="255787"/>
                  <a:pt x="1869971" y="256259"/>
                </a:cubicBezTo>
                <a:close/>
                <a:moveTo>
                  <a:pt x="2032786" y="578960"/>
                </a:moveTo>
                <a:cubicBezTo>
                  <a:pt x="2032863" y="577505"/>
                  <a:pt x="2032061" y="599996"/>
                  <a:pt x="2033743" y="567401"/>
                </a:cubicBezTo>
                <a:cubicBezTo>
                  <a:pt x="2032663" y="584786"/>
                  <a:pt x="2033681" y="566441"/>
                  <a:pt x="2033527" y="566703"/>
                </a:cubicBezTo>
                <a:cubicBezTo>
                  <a:pt x="2033620" y="567425"/>
                  <a:pt x="2031258" y="596575"/>
                  <a:pt x="2029731" y="602921"/>
                </a:cubicBezTo>
                <a:cubicBezTo>
                  <a:pt x="2029391" y="608010"/>
                  <a:pt x="2032601" y="583730"/>
                  <a:pt x="2032786" y="578997"/>
                </a:cubicBezTo>
                <a:cubicBezTo>
                  <a:pt x="2032786" y="578985"/>
                  <a:pt x="2032786" y="578972"/>
                  <a:pt x="2032786" y="578960"/>
                </a:cubicBezTo>
                <a:close/>
                <a:moveTo>
                  <a:pt x="1756571" y="932077"/>
                </a:moveTo>
                <a:cubicBezTo>
                  <a:pt x="1760043" y="929863"/>
                  <a:pt x="1770985" y="923535"/>
                  <a:pt x="1778485" y="918938"/>
                </a:cubicBezTo>
                <a:cubicBezTo>
                  <a:pt x="1774982" y="921334"/>
                  <a:pt x="1764179" y="927748"/>
                  <a:pt x="1756571" y="932077"/>
                </a:cubicBezTo>
                <a:close/>
                <a:moveTo>
                  <a:pt x="117931" y="319181"/>
                </a:moveTo>
                <a:cubicBezTo>
                  <a:pt x="78067" y="362978"/>
                  <a:pt x="73734" y="369443"/>
                  <a:pt x="109046" y="328267"/>
                </a:cubicBezTo>
                <a:cubicBezTo>
                  <a:pt x="109790" y="327372"/>
                  <a:pt x="120352" y="316563"/>
                  <a:pt x="117931" y="319181"/>
                </a:cubicBezTo>
                <a:close/>
                <a:moveTo>
                  <a:pt x="100228" y="775813"/>
                </a:moveTo>
                <a:cubicBezTo>
                  <a:pt x="103503" y="780291"/>
                  <a:pt x="91853" y="766159"/>
                  <a:pt x="84812" y="756103"/>
                </a:cubicBezTo>
                <a:cubicBezTo>
                  <a:pt x="83204" y="753866"/>
                  <a:pt x="77595" y="745455"/>
                  <a:pt x="84345" y="754832"/>
                </a:cubicBezTo>
                <a:cubicBezTo>
                  <a:pt x="83775" y="754728"/>
                  <a:pt x="94457" y="769376"/>
                  <a:pt x="100228" y="775813"/>
                </a:cubicBezTo>
                <a:close/>
                <a:moveTo>
                  <a:pt x="1984960" y="723688"/>
                </a:moveTo>
                <a:cubicBezTo>
                  <a:pt x="1982290" y="728806"/>
                  <a:pt x="1972351" y="743933"/>
                  <a:pt x="1966826" y="751467"/>
                </a:cubicBezTo>
                <a:cubicBezTo>
                  <a:pt x="1970052" y="746763"/>
                  <a:pt x="1980731" y="730840"/>
                  <a:pt x="1984960" y="723688"/>
                </a:cubicBezTo>
                <a:close/>
                <a:moveTo>
                  <a:pt x="22001" y="485112"/>
                </a:moveTo>
                <a:cubicBezTo>
                  <a:pt x="20569" y="491147"/>
                  <a:pt x="20018" y="495314"/>
                  <a:pt x="20238" y="494265"/>
                </a:cubicBezTo>
                <a:cubicBezTo>
                  <a:pt x="21210" y="489570"/>
                  <a:pt x="23770" y="478273"/>
                  <a:pt x="22001" y="485112"/>
                </a:cubicBezTo>
                <a:close/>
                <a:moveTo>
                  <a:pt x="2010764" y="672189"/>
                </a:moveTo>
                <a:cubicBezTo>
                  <a:pt x="2011396" y="671502"/>
                  <a:pt x="2001921" y="693361"/>
                  <a:pt x="2000732" y="694511"/>
                </a:cubicBezTo>
                <a:cubicBezTo>
                  <a:pt x="2003047" y="690141"/>
                  <a:pt x="2010578" y="672686"/>
                  <a:pt x="2010764" y="672189"/>
                </a:cubicBezTo>
                <a:close/>
                <a:moveTo>
                  <a:pt x="1770692" y="923922"/>
                </a:moveTo>
                <a:cubicBezTo>
                  <a:pt x="1773932" y="922103"/>
                  <a:pt x="1757496" y="931999"/>
                  <a:pt x="1752280" y="934801"/>
                </a:cubicBezTo>
                <a:cubicBezTo>
                  <a:pt x="1752666" y="934457"/>
                  <a:pt x="1768639" y="925151"/>
                  <a:pt x="1770692" y="923922"/>
                </a:cubicBezTo>
                <a:close/>
                <a:moveTo>
                  <a:pt x="15819" y="584318"/>
                </a:moveTo>
                <a:cubicBezTo>
                  <a:pt x="16269" y="589865"/>
                  <a:pt x="18300" y="603587"/>
                  <a:pt x="18720" y="605074"/>
                </a:cubicBezTo>
                <a:cubicBezTo>
                  <a:pt x="19032" y="606953"/>
                  <a:pt x="16039" y="586851"/>
                  <a:pt x="15819" y="584318"/>
                </a:cubicBezTo>
                <a:close/>
                <a:moveTo>
                  <a:pt x="808727" y="55316"/>
                </a:moveTo>
                <a:cubicBezTo>
                  <a:pt x="809427" y="55250"/>
                  <a:pt x="787593" y="57747"/>
                  <a:pt x="777992" y="58869"/>
                </a:cubicBezTo>
                <a:cubicBezTo>
                  <a:pt x="759680" y="60901"/>
                  <a:pt x="807845" y="55252"/>
                  <a:pt x="808727" y="55316"/>
                </a:cubicBezTo>
                <a:close/>
                <a:moveTo>
                  <a:pt x="40713" y="429526"/>
                </a:moveTo>
                <a:cubicBezTo>
                  <a:pt x="48285" y="413622"/>
                  <a:pt x="39862" y="431281"/>
                  <a:pt x="40445" y="430686"/>
                </a:cubicBezTo>
                <a:cubicBezTo>
                  <a:pt x="44994" y="419655"/>
                  <a:pt x="59145" y="394037"/>
                  <a:pt x="49379" y="411693"/>
                </a:cubicBezTo>
                <a:cubicBezTo>
                  <a:pt x="47498" y="415129"/>
                  <a:pt x="42945" y="424464"/>
                  <a:pt x="40713" y="429526"/>
                </a:cubicBezTo>
                <a:close/>
                <a:moveTo>
                  <a:pt x="34418" y="444412"/>
                </a:moveTo>
                <a:cubicBezTo>
                  <a:pt x="33763" y="446170"/>
                  <a:pt x="29659" y="458158"/>
                  <a:pt x="33402" y="447872"/>
                </a:cubicBezTo>
                <a:cubicBezTo>
                  <a:pt x="35160" y="443128"/>
                  <a:pt x="37973" y="435531"/>
                  <a:pt x="34418" y="444412"/>
                </a:cubicBezTo>
                <a:close/>
                <a:moveTo>
                  <a:pt x="674213" y="73840"/>
                </a:moveTo>
                <a:cubicBezTo>
                  <a:pt x="658410" y="76231"/>
                  <a:pt x="730873" y="64476"/>
                  <a:pt x="732952" y="64558"/>
                </a:cubicBezTo>
                <a:cubicBezTo>
                  <a:pt x="734052" y="64415"/>
                  <a:pt x="734774" y="64325"/>
                  <a:pt x="735186" y="64277"/>
                </a:cubicBezTo>
                <a:cubicBezTo>
                  <a:pt x="737828" y="63851"/>
                  <a:pt x="751564" y="61991"/>
                  <a:pt x="753183" y="61898"/>
                </a:cubicBezTo>
                <a:cubicBezTo>
                  <a:pt x="749040" y="62420"/>
                  <a:pt x="737812" y="63961"/>
                  <a:pt x="736515" y="64137"/>
                </a:cubicBezTo>
                <a:cubicBezTo>
                  <a:pt x="735953" y="64211"/>
                  <a:pt x="735535" y="64265"/>
                  <a:pt x="735247" y="64300"/>
                </a:cubicBezTo>
                <a:cubicBezTo>
                  <a:pt x="730575" y="64849"/>
                  <a:pt x="677068" y="73173"/>
                  <a:pt x="674213" y="73840"/>
                </a:cubicBezTo>
                <a:close/>
                <a:moveTo>
                  <a:pt x="555111" y="98713"/>
                </a:moveTo>
                <a:cubicBezTo>
                  <a:pt x="572795" y="94121"/>
                  <a:pt x="576146" y="93807"/>
                  <a:pt x="574584" y="94167"/>
                </a:cubicBezTo>
                <a:cubicBezTo>
                  <a:pt x="555160" y="98959"/>
                  <a:pt x="567787" y="95664"/>
                  <a:pt x="567182" y="95790"/>
                </a:cubicBezTo>
                <a:cubicBezTo>
                  <a:pt x="565804" y="96082"/>
                  <a:pt x="552115" y="99590"/>
                  <a:pt x="555166" y="98700"/>
                </a:cubicBezTo>
                <a:cubicBezTo>
                  <a:pt x="555148" y="98704"/>
                  <a:pt x="555129" y="98709"/>
                  <a:pt x="555111" y="98713"/>
                </a:cubicBezTo>
                <a:close/>
                <a:moveTo>
                  <a:pt x="649579" y="78239"/>
                </a:moveTo>
                <a:cubicBezTo>
                  <a:pt x="650303" y="78082"/>
                  <a:pt x="665467" y="75314"/>
                  <a:pt x="666108" y="75221"/>
                </a:cubicBezTo>
                <a:cubicBezTo>
                  <a:pt x="678556" y="73060"/>
                  <a:pt x="635667" y="80911"/>
                  <a:pt x="649579" y="78239"/>
                </a:cubicBezTo>
                <a:close/>
                <a:moveTo>
                  <a:pt x="1867162" y="857196"/>
                </a:moveTo>
                <a:cubicBezTo>
                  <a:pt x="1858612" y="864068"/>
                  <a:pt x="1866838" y="857109"/>
                  <a:pt x="1872471" y="852483"/>
                </a:cubicBezTo>
                <a:cubicBezTo>
                  <a:pt x="1872918" y="852101"/>
                  <a:pt x="1874678" y="851060"/>
                  <a:pt x="1867162" y="857196"/>
                </a:cubicBezTo>
                <a:close/>
                <a:moveTo>
                  <a:pt x="31449" y="452535"/>
                </a:moveTo>
                <a:cubicBezTo>
                  <a:pt x="28943" y="454444"/>
                  <a:pt x="14555" y="516883"/>
                  <a:pt x="16781" y="513361"/>
                </a:cubicBezTo>
                <a:cubicBezTo>
                  <a:pt x="15223" y="507528"/>
                  <a:pt x="35684" y="437588"/>
                  <a:pt x="31449" y="452535"/>
                </a:cubicBezTo>
                <a:close/>
                <a:moveTo>
                  <a:pt x="196311" y="869216"/>
                </a:moveTo>
                <a:cubicBezTo>
                  <a:pt x="187377" y="862194"/>
                  <a:pt x="197259" y="869632"/>
                  <a:pt x="202071" y="873419"/>
                </a:cubicBezTo>
                <a:cubicBezTo>
                  <a:pt x="203847" y="874826"/>
                  <a:pt x="198566" y="870985"/>
                  <a:pt x="196311" y="869216"/>
                </a:cubicBezTo>
                <a:close/>
                <a:moveTo>
                  <a:pt x="2021613" y="642296"/>
                </a:moveTo>
                <a:cubicBezTo>
                  <a:pt x="2024622" y="631087"/>
                  <a:pt x="2024669" y="633586"/>
                  <a:pt x="2021613" y="643186"/>
                </a:cubicBezTo>
                <a:cubicBezTo>
                  <a:pt x="2021489" y="643563"/>
                  <a:pt x="2021489" y="642734"/>
                  <a:pt x="2021613" y="642296"/>
                </a:cubicBezTo>
                <a:close/>
                <a:moveTo>
                  <a:pt x="128609" y="808275"/>
                </a:moveTo>
                <a:cubicBezTo>
                  <a:pt x="156649" y="835741"/>
                  <a:pt x="148542" y="830977"/>
                  <a:pt x="114031" y="793110"/>
                </a:cubicBezTo>
                <a:cubicBezTo>
                  <a:pt x="115108" y="794266"/>
                  <a:pt x="116195" y="795417"/>
                  <a:pt x="117288" y="796567"/>
                </a:cubicBezTo>
                <a:cubicBezTo>
                  <a:pt x="79047" y="751520"/>
                  <a:pt x="114341" y="794080"/>
                  <a:pt x="124396" y="804118"/>
                </a:cubicBezTo>
                <a:cubicBezTo>
                  <a:pt x="128185" y="808104"/>
                  <a:pt x="125121" y="804649"/>
                  <a:pt x="128583" y="808246"/>
                </a:cubicBezTo>
                <a:cubicBezTo>
                  <a:pt x="128592" y="808257"/>
                  <a:pt x="128600" y="808266"/>
                  <a:pt x="128609" y="808275"/>
                </a:cubicBezTo>
                <a:close/>
                <a:moveTo>
                  <a:pt x="245262" y="904314"/>
                </a:moveTo>
                <a:cubicBezTo>
                  <a:pt x="276560" y="925526"/>
                  <a:pt x="216070" y="885861"/>
                  <a:pt x="199904" y="872425"/>
                </a:cubicBezTo>
                <a:cubicBezTo>
                  <a:pt x="216273" y="884635"/>
                  <a:pt x="237441" y="899608"/>
                  <a:pt x="208798" y="878504"/>
                </a:cubicBezTo>
                <a:cubicBezTo>
                  <a:pt x="251065" y="908911"/>
                  <a:pt x="233606" y="896241"/>
                  <a:pt x="235149" y="897573"/>
                </a:cubicBezTo>
                <a:cubicBezTo>
                  <a:pt x="237163" y="898991"/>
                  <a:pt x="243971" y="903439"/>
                  <a:pt x="245262" y="904314"/>
                </a:cubicBezTo>
                <a:close/>
                <a:moveTo>
                  <a:pt x="165486" y="843766"/>
                </a:moveTo>
                <a:cubicBezTo>
                  <a:pt x="163867" y="842437"/>
                  <a:pt x="151599" y="831173"/>
                  <a:pt x="147331" y="827051"/>
                </a:cubicBezTo>
                <a:cubicBezTo>
                  <a:pt x="153437" y="832837"/>
                  <a:pt x="176466" y="853205"/>
                  <a:pt x="165486" y="843766"/>
                </a:cubicBezTo>
                <a:close/>
                <a:moveTo>
                  <a:pt x="432986" y="134899"/>
                </a:moveTo>
                <a:cubicBezTo>
                  <a:pt x="434258" y="134335"/>
                  <a:pt x="437394" y="133098"/>
                  <a:pt x="449955" y="128969"/>
                </a:cubicBezTo>
                <a:cubicBezTo>
                  <a:pt x="446087" y="130311"/>
                  <a:pt x="438129" y="133051"/>
                  <a:pt x="432986" y="134899"/>
                </a:cubicBezTo>
                <a:close/>
                <a:moveTo>
                  <a:pt x="1442734" y="56790"/>
                </a:moveTo>
                <a:cubicBezTo>
                  <a:pt x="1433987" y="54573"/>
                  <a:pt x="1416307" y="50384"/>
                  <a:pt x="1421692" y="51818"/>
                </a:cubicBezTo>
                <a:cubicBezTo>
                  <a:pt x="1422311" y="51943"/>
                  <a:pt x="1442713" y="56851"/>
                  <a:pt x="1442734" y="56790"/>
                </a:cubicBezTo>
                <a:close/>
                <a:moveTo>
                  <a:pt x="25094" y="635666"/>
                </a:moveTo>
                <a:cubicBezTo>
                  <a:pt x="24737" y="637720"/>
                  <a:pt x="41566" y="683701"/>
                  <a:pt x="35882" y="667792"/>
                </a:cubicBezTo>
                <a:cubicBezTo>
                  <a:pt x="33350" y="663246"/>
                  <a:pt x="20920" y="620548"/>
                  <a:pt x="25094" y="635666"/>
                </a:cubicBezTo>
                <a:close/>
                <a:moveTo>
                  <a:pt x="60256" y="392074"/>
                </a:moveTo>
                <a:cubicBezTo>
                  <a:pt x="58058" y="395469"/>
                  <a:pt x="49921" y="410181"/>
                  <a:pt x="49888" y="410516"/>
                </a:cubicBezTo>
                <a:cubicBezTo>
                  <a:pt x="49338" y="411553"/>
                  <a:pt x="59333" y="393521"/>
                  <a:pt x="60256" y="392074"/>
                </a:cubicBezTo>
                <a:close/>
                <a:moveTo>
                  <a:pt x="1398339" y="46278"/>
                </a:moveTo>
                <a:cubicBezTo>
                  <a:pt x="1397237" y="45961"/>
                  <a:pt x="1369980" y="40322"/>
                  <a:pt x="1373000" y="41051"/>
                </a:cubicBezTo>
                <a:cubicBezTo>
                  <a:pt x="1378657" y="42282"/>
                  <a:pt x="1402347" y="47183"/>
                  <a:pt x="1398339" y="46278"/>
                </a:cubicBezTo>
                <a:close/>
                <a:moveTo>
                  <a:pt x="1836111" y="881953"/>
                </a:moveTo>
                <a:cubicBezTo>
                  <a:pt x="1834305" y="883299"/>
                  <a:pt x="1831728" y="884862"/>
                  <a:pt x="1831080" y="885321"/>
                </a:cubicBezTo>
                <a:cubicBezTo>
                  <a:pt x="1829861" y="886534"/>
                  <a:pt x="1794890" y="910306"/>
                  <a:pt x="1808100" y="901023"/>
                </a:cubicBezTo>
                <a:cubicBezTo>
                  <a:pt x="1810739" y="899854"/>
                  <a:pt x="1859600" y="864404"/>
                  <a:pt x="1865125" y="859072"/>
                </a:cubicBezTo>
                <a:cubicBezTo>
                  <a:pt x="1867702" y="857506"/>
                  <a:pt x="1847562" y="873158"/>
                  <a:pt x="1842377" y="876924"/>
                </a:cubicBezTo>
                <a:cubicBezTo>
                  <a:pt x="1841497" y="877590"/>
                  <a:pt x="1841096" y="878268"/>
                  <a:pt x="1836126" y="881941"/>
                </a:cubicBezTo>
                <a:cubicBezTo>
                  <a:pt x="1836126" y="881945"/>
                  <a:pt x="1836126" y="881950"/>
                  <a:pt x="1836111" y="881953"/>
                </a:cubicBezTo>
                <a:close/>
                <a:moveTo>
                  <a:pt x="498263" y="114006"/>
                </a:moveTo>
                <a:cubicBezTo>
                  <a:pt x="499783" y="113225"/>
                  <a:pt x="548050" y="100079"/>
                  <a:pt x="547430" y="100570"/>
                </a:cubicBezTo>
                <a:cubicBezTo>
                  <a:pt x="530986" y="104765"/>
                  <a:pt x="514385" y="109296"/>
                  <a:pt x="498263" y="114006"/>
                </a:cubicBezTo>
                <a:close/>
                <a:moveTo>
                  <a:pt x="473965" y="121289"/>
                </a:moveTo>
                <a:cubicBezTo>
                  <a:pt x="463835" y="124349"/>
                  <a:pt x="487486" y="116966"/>
                  <a:pt x="494653" y="114966"/>
                </a:cubicBezTo>
                <a:cubicBezTo>
                  <a:pt x="494716" y="114993"/>
                  <a:pt x="475402" y="120816"/>
                  <a:pt x="473965" y="121289"/>
                </a:cubicBezTo>
                <a:close/>
                <a:moveTo>
                  <a:pt x="23220" y="476867"/>
                </a:moveTo>
                <a:cubicBezTo>
                  <a:pt x="21969" y="481616"/>
                  <a:pt x="26163" y="467105"/>
                  <a:pt x="25319" y="470378"/>
                </a:cubicBezTo>
                <a:cubicBezTo>
                  <a:pt x="24697" y="472449"/>
                  <a:pt x="21829" y="483042"/>
                  <a:pt x="21171" y="486482"/>
                </a:cubicBezTo>
                <a:cubicBezTo>
                  <a:pt x="20935" y="487443"/>
                  <a:pt x="23758" y="476620"/>
                  <a:pt x="24671" y="473517"/>
                </a:cubicBezTo>
                <a:cubicBezTo>
                  <a:pt x="25905" y="469092"/>
                  <a:pt x="24525" y="473332"/>
                  <a:pt x="25920" y="468518"/>
                </a:cubicBezTo>
                <a:cubicBezTo>
                  <a:pt x="30658" y="452545"/>
                  <a:pt x="36112" y="438799"/>
                  <a:pt x="42723" y="424587"/>
                </a:cubicBezTo>
                <a:cubicBezTo>
                  <a:pt x="43319" y="423300"/>
                  <a:pt x="38584" y="433225"/>
                  <a:pt x="43699" y="422262"/>
                </a:cubicBezTo>
                <a:cubicBezTo>
                  <a:pt x="44539" y="420529"/>
                  <a:pt x="49366" y="410618"/>
                  <a:pt x="56651" y="398028"/>
                </a:cubicBezTo>
                <a:cubicBezTo>
                  <a:pt x="72489" y="370443"/>
                  <a:pt x="86764" y="351442"/>
                  <a:pt x="114468" y="321665"/>
                </a:cubicBezTo>
                <a:cubicBezTo>
                  <a:pt x="113252" y="322509"/>
                  <a:pt x="92817" y="345312"/>
                  <a:pt x="91982" y="346740"/>
                </a:cubicBezTo>
                <a:cubicBezTo>
                  <a:pt x="69486" y="372267"/>
                  <a:pt x="38296" y="425209"/>
                  <a:pt x="28439" y="459308"/>
                </a:cubicBezTo>
                <a:cubicBezTo>
                  <a:pt x="25661" y="467941"/>
                  <a:pt x="27122" y="463783"/>
                  <a:pt x="25980" y="467515"/>
                </a:cubicBezTo>
                <a:cubicBezTo>
                  <a:pt x="25133" y="470481"/>
                  <a:pt x="25863" y="466867"/>
                  <a:pt x="23220" y="476867"/>
                </a:cubicBezTo>
                <a:close/>
                <a:moveTo>
                  <a:pt x="1447417" y="57839"/>
                </a:moveTo>
                <a:cubicBezTo>
                  <a:pt x="1443319" y="56573"/>
                  <a:pt x="1428530" y="53085"/>
                  <a:pt x="1419079" y="50903"/>
                </a:cubicBezTo>
                <a:cubicBezTo>
                  <a:pt x="1422332" y="51832"/>
                  <a:pt x="1438325" y="55479"/>
                  <a:pt x="1447417" y="57839"/>
                </a:cubicBezTo>
                <a:close/>
                <a:moveTo>
                  <a:pt x="268512" y="206729"/>
                </a:moveTo>
                <a:cubicBezTo>
                  <a:pt x="264203" y="209070"/>
                  <a:pt x="251212" y="216459"/>
                  <a:pt x="250213" y="217141"/>
                </a:cubicBezTo>
                <a:cubicBezTo>
                  <a:pt x="248821" y="217972"/>
                  <a:pt x="267590" y="207295"/>
                  <a:pt x="268512" y="206729"/>
                </a:cubicBezTo>
                <a:close/>
                <a:moveTo>
                  <a:pt x="1628556" y="995381"/>
                </a:moveTo>
                <a:cubicBezTo>
                  <a:pt x="1628154" y="995572"/>
                  <a:pt x="1617444" y="999861"/>
                  <a:pt x="1617012" y="1000005"/>
                </a:cubicBezTo>
                <a:cubicBezTo>
                  <a:pt x="1607366" y="1003633"/>
                  <a:pt x="1639467" y="990757"/>
                  <a:pt x="1628556" y="995381"/>
                </a:cubicBezTo>
                <a:close/>
                <a:moveTo>
                  <a:pt x="1362192" y="1073248"/>
                </a:moveTo>
                <a:cubicBezTo>
                  <a:pt x="1353579" y="1074958"/>
                  <a:pt x="1344824" y="1076650"/>
                  <a:pt x="1341855" y="1076952"/>
                </a:cubicBezTo>
                <a:cubicBezTo>
                  <a:pt x="1347428" y="1076005"/>
                  <a:pt x="1363184" y="1072907"/>
                  <a:pt x="1362192" y="1073248"/>
                </a:cubicBezTo>
                <a:close/>
                <a:moveTo>
                  <a:pt x="980026" y="1104443"/>
                </a:moveTo>
                <a:cubicBezTo>
                  <a:pt x="981898" y="1104812"/>
                  <a:pt x="955225" y="1103863"/>
                  <a:pt x="950225" y="1103585"/>
                </a:cubicBezTo>
                <a:cubicBezTo>
                  <a:pt x="952057" y="1103579"/>
                  <a:pt x="978780" y="1104253"/>
                  <a:pt x="980026" y="1104443"/>
                </a:cubicBezTo>
                <a:close/>
                <a:moveTo>
                  <a:pt x="431006" y="135007"/>
                </a:moveTo>
                <a:cubicBezTo>
                  <a:pt x="446348" y="129729"/>
                  <a:pt x="443047" y="130610"/>
                  <a:pt x="452952" y="127451"/>
                </a:cubicBezTo>
                <a:cubicBezTo>
                  <a:pt x="454591" y="126951"/>
                  <a:pt x="459911" y="125708"/>
                  <a:pt x="442809" y="131204"/>
                </a:cubicBezTo>
                <a:cubicBezTo>
                  <a:pt x="439760" y="132213"/>
                  <a:pt x="451591" y="128000"/>
                  <a:pt x="431006" y="135007"/>
                </a:cubicBezTo>
                <a:close/>
                <a:moveTo>
                  <a:pt x="108536" y="786796"/>
                </a:moveTo>
                <a:cubicBezTo>
                  <a:pt x="105691" y="783776"/>
                  <a:pt x="97550" y="773907"/>
                  <a:pt x="92384" y="767118"/>
                </a:cubicBezTo>
                <a:cubicBezTo>
                  <a:pt x="93586" y="768601"/>
                  <a:pt x="104392" y="782122"/>
                  <a:pt x="108536" y="786796"/>
                </a:cubicBezTo>
                <a:close/>
                <a:moveTo>
                  <a:pt x="1349448" y="36233"/>
                </a:moveTo>
                <a:cubicBezTo>
                  <a:pt x="1341958" y="34536"/>
                  <a:pt x="1307204" y="28789"/>
                  <a:pt x="1315783" y="30374"/>
                </a:cubicBezTo>
                <a:cubicBezTo>
                  <a:pt x="1316945" y="30531"/>
                  <a:pt x="1344600" y="35256"/>
                  <a:pt x="1349448" y="36233"/>
                </a:cubicBezTo>
                <a:close/>
                <a:moveTo>
                  <a:pt x="1963246" y="757969"/>
                </a:moveTo>
                <a:cubicBezTo>
                  <a:pt x="1954912" y="769615"/>
                  <a:pt x="1972645" y="745890"/>
                  <a:pt x="1977305" y="737842"/>
                </a:cubicBezTo>
                <a:cubicBezTo>
                  <a:pt x="1975052" y="741533"/>
                  <a:pt x="1963925" y="757181"/>
                  <a:pt x="1963246" y="757969"/>
                </a:cubicBezTo>
                <a:close/>
                <a:moveTo>
                  <a:pt x="1072365" y="1104486"/>
                </a:moveTo>
                <a:cubicBezTo>
                  <a:pt x="1071681" y="1104528"/>
                  <a:pt x="1056370" y="1104833"/>
                  <a:pt x="1055677" y="1104819"/>
                </a:cubicBezTo>
                <a:cubicBezTo>
                  <a:pt x="1043126" y="1104863"/>
                  <a:pt x="1086436" y="1103978"/>
                  <a:pt x="1072365" y="1104486"/>
                </a:cubicBezTo>
                <a:close/>
                <a:moveTo>
                  <a:pt x="1451545" y="1053606"/>
                </a:moveTo>
                <a:cubicBezTo>
                  <a:pt x="1446335" y="1055240"/>
                  <a:pt x="1410765" y="1063600"/>
                  <a:pt x="1402865" y="1065037"/>
                </a:cubicBezTo>
                <a:cubicBezTo>
                  <a:pt x="1410372" y="1063328"/>
                  <a:pt x="1458232" y="1051800"/>
                  <a:pt x="1451545" y="1053606"/>
                </a:cubicBezTo>
                <a:close/>
                <a:moveTo>
                  <a:pt x="368522" y="158773"/>
                </a:moveTo>
                <a:cubicBezTo>
                  <a:pt x="379407" y="154284"/>
                  <a:pt x="389435" y="150376"/>
                  <a:pt x="399436" y="146634"/>
                </a:cubicBezTo>
                <a:cubicBezTo>
                  <a:pt x="397315" y="147432"/>
                  <a:pt x="369745" y="158244"/>
                  <a:pt x="368522" y="158773"/>
                </a:cubicBezTo>
                <a:close/>
                <a:moveTo>
                  <a:pt x="1015913" y="1105111"/>
                </a:moveTo>
                <a:cubicBezTo>
                  <a:pt x="1015087" y="1105106"/>
                  <a:pt x="1014283" y="1105086"/>
                  <a:pt x="1013495" y="1105080"/>
                </a:cubicBezTo>
                <a:cubicBezTo>
                  <a:pt x="1014317" y="1105091"/>
                  <a:pt x="1015125" y="1105102"/>
                  <a:pt x="1015913" y="1105111"/>
                </a:cubicBezTo>
                <a:close/>
                <a:moveTo>
                  <a:pt x="146957" y="290293"/>
                </a:moveTo>
                <a:cubicBezTo>
                  <a:pt x="139694" y="296651"/>
                  <a:pt x="141363" y="295481"/>
                  <a:pt x="141792" y="295083"/>
                </a:cubicBezTo>
                <a:cubicBezTo>
                  <a:pt x="147189" y="290291"/>
                  <a:pt x="155286" y="283137"/>
                  <a:pt x="146957" y="290293"/>
                </a:cubicBezTo>
                <a:close/>
                <a:moveTo>
                  <a:pt x="1436711" y="54867"/>
                </a:moveTo>
                <a:cubicBezTo>
                  <a:pt x="1433489" y="53869"/>
                  <a:pt x="1417431" y="50203"/>
                  <a:pt x="1408370" y="48150"/>
                </a:cubicBezTo>
                <a:cubicBezTo>
                  <a:pt x="1410966" y="48855"/>
                  <a:pt x="1429305" y="53049"/>
                  <a:pt x="1436711" y="54867"/>
                </a:cubicBezTo>
                <a:close/>
                <a:moveTo>
                  <a:pt x="279515" y="926298"/>
                </a:moveTo>
                <a:cubicBezTo>
                  <a:pt x="289812" y="932875"/>
                  <a:pt x="247270" y="907321"/>
                  <a:pt x="238989" y="901076"/>
                </a:cubicBezTo>
                <a:cubicBezTo>
                  <a:pt x="238355" y="900834"/>
                  <a:pt x="277835" y="925615"/>
                  <a:pt x="279515" y="926298"/>
                </a:cubicBezTo>
                <a:close/>
                <a:moveTo>
                  <a:pt x="1987923" y="721282"/>
                </a:moveTo>
                <a:cubicBezTo>
                  <a:pt x="1988664" y="720696"/>
                  <a:pt x="1998340" y="702488"/>
                  <a:pt x="1996133" y="706280"/>
                </a:cubicBezTo>
                <a:cubicBezTo>
                  <a:pt x="1994853" y="708737"/>
                  <a:pt x="1987568" y="721769"/>
                  <a:pt x="1987923" y="721282"/>
                </a:cubicBezTo>
                <a:close/>
                <a:moveTo>
                  <a:pt x="218628" y="886793"/>
                </a:moveTo>
                <a:cubicBezTo>
                  <a:pt x="214914" y="884212"/>
                  <a:pt x="206196" y="877530"/>
                  <a:pt x="209353" y="879749"/>
                </a:cubicBezTo>
                <a:cubicBezTo>
                  <a:pt x="213445" y="882646"/>
                  <a:pt x="219585" y="887466"/>
                  <a:pt x="218628" y="886793"/>
                </a:cubicBezTo>
                <a:close/>
                <a:moveTo>
                  <a:pt x="13289" y="546102"/>
                </a:moveTo>
                <a:cubicBezTo>
                  <a:pt x="13266" y="546762"/>
                  <a:pt x="13198" y="550116"/>
                  <a:pt x="13231" y="553956"/>
                </a:cubicBezTo>
                <a:cubicBezTo>
                  <a:pt x="13267" y="561809"/>
                  <a:pt x="13890" y="571538"/>
                  <a:pt x="13669" y="564039"/>
                </a:cubicBezTo>
                <a:cubicBezTo>
                  <a:pt x="13546" y="557356"/>
                  <a:pt x="13442" y="555508"/>
                  <a:pt x="13385" y="553956"/>
                </a:cubicBezTo>
                <a:cubicBezTo>
                  <a:pt x="13378" y="553707"/>
                  <a:pt x="13373" y="553466"/>
                  <a:pt x="13373" y="553215"/>
                </a:cubicBezTo>
                <a:cubicBezTo>
                  <a:pt x="12907" y="551050"/>
                  <a:pt x="15687" y="507909"/>
                  <a:pt x="13289" y="546102"/>
                </a:cubicBezTo>
                <a:close/>
                <a:moveTo>
                  <a:pt x="533650" y="1036032"/>
                </a:moveTo>
                <a:cubicBezTo>
                  <a:pt x="523673" y="1033079"/>
                  <a:pt x="511794" y="1029233"/>
                  <a:pt x="501624" y="1025868"/>
                </a:cubicBezTo>
                <a:cubicBezTo>
                  <a:pt x="505749" y="1027182"/>
                  <a:pt x="529404" y="1034651"/>
                  <a:pt x="533650" y="1036032"/>
                </a:cubicBezTo>
                <a:close/>
                <a:moveTo>
                  <a:pt x="1941887" y="785614"/>
                </a:moveTo>
                <a:cubicBezTo>
                  <a:pt x="1944418" y="784345"/>
                  <a:pt x="1984420" y="729993"/>
                  <a:pt x="1961549" y="760813"/>
                </a:cubicBezTo>
                <a:cubicBezTo>
                  <a:pt x="1960376" y="762966"/>
                  <a:pt x="1937010" y="791239"/>
                  <a:pt x="1941887" y="785614"/>
                </a:cubicBezTo>
                <a:close/>
                <a:moveTo>
                  <a:pt x="431006" y="135007"/>
                </a:moveTo>
                <a:cubicBezTo>
                  <a:pt x="429077" y="135677"/>
                  <a:pt x="426855" y="136450"/>
                  <a:pt x="424287" y="137346"/>
                </a:cubicBezTo>
                <a:cubicBezTo>
                  <a:pt x="426835" y="136448"/>
                  <a:pt x="429063" y="135677"/>
                  <a:pt x="431006" y="135007"/>
                </a:cubicBezTo>
                <a:close/>
                <a:moveTo>
                  <a:pt x="262618" y="209657"/>
                </a:moveTo>
                <a:cubicBezTo>
                  <a:pt x="265813" y="207726"/>
                  <a:pt x="249423" y="217003"/>
                  <a:pt x="244810" y="219882"/>
                </a:cubicBezTo>
                <a:cubicBezTo>
                  <a:pt x="243353" y="220813"/>
                  <a:pt x="262098" y="209883"/>
                  <a:pt x="262618" y="209657"/>
                </a:cubicBezTo>
                <a:close/>
                <a:moveTo>
                  <a:pt x="500793" y="1025783"/>
                </a:moveTo>
                <a:cubicBezTo>
                  <a:pt x="494819" y="1023890"/>
                  <a:pt x="484044" y="1020138"/>
                  <a:pt x="476789" y="1017578"/>
                </a:cubicBezTo>
                <a:cubicBezTo>
                  <a:pt x="478013" y="1017928"/>
                  <a:pt x="498242" y="1024857"/>
                  <a:pt x="500793" y="1025783"/>
                </a:cubicBezTo>
                <a:close/>
                <a:moveTo>
                  <a:pt x="930622" y="1103301"/>
                </a:moveTo>
                <a:cubicBezTo>
                  <a:pt x="918369" y="1102628"/>
                  <a:pt x="902951" y="1101671"/>
                  <a:pt x="902748" y="1101807"/>
                </a:cubicBezTo>
                <a:cubicBezTo>
                  <a:pt x="902492" y="1101767"/>
                  <a:pt x="901893" y="1101700"/>
                  <a:pt x="900897" y="1101609"/>
                </a:cubicBezTo>
                <a:cubicBezTo>
                  <a:pt x="899886" y="1101526"/>
                  <a:pt x="886641" y="1100677"/>
                  <a:pt x="880926" y="1100166"/>
                </a:cubicBezTo>
                <a:cubicBezTo>
                  <a:pt x="846446" y="1098126"/>
                  <a:pt x="1013998" y="1107441"/>
                  <a:pt x="916903" y="1102850"/>
                </a:cubicBezTo>
                <a:cubicBezTo>
                  <a:pt x="921528" y="1103020"/>
                  <a:pt x="926061" y="1103168"/>
                  <a:pt x="930622" y="1103301"/>
                </a:cubicBezTo>
                <a:close/>
                <a:moveTo>
                  <a:pt x="1499059" y="1041037"/>
                </a:moveTo>
                <a:cubicBezTo>
                  <a:pt x="1505757" y="1039344"/>
                  <a:pt x="1524662" y="1033292"/>
                  <a:pt x="1519708" y="1034719"/>
                </a:cubicBezTo>
                <a:cubicBezTo>
                  <a:pt x="1516220" y="1035796"/>
                  <a:pt x="1492284" y="1042821"/>
                  <a:pt x="1499059" y="1041037"/>
                </a:cubicBezTo>
                <a:close/>
                <a:moveTo>
                  <a:pt x="1234054" y="1093850"/>
                </a:moveTo>
                <a:cubicBezTo>
                  <a:pt x="1236177" y="1093668"/>
                  <a:pt x="1255300" y="1091188"/>
                  <a:pt x="1255760" y="1090998"/>
                </a:cubicBezTo>
                <a:cubicBezTo>
                  <a:pt x="1244807" y="1092325"/>
                  <a:pt x="1224456" y="1094783"/>
                  <a:pt x="1234054" y="1093850"/>
                </a:cubicBezTo>
                <a:close/>
                <a:moveTo>
                  <a:pt x="1550605" y="1025203"/>
                </a:moveTo>
                <a:cubicBezTo>
                  <a:pt x="1554818" y="1023836"/>
                  <a:pt x="1560080" y="1021689"/>
                  <a:pt x="1559587" y="1021845"/>
                </a:cubicBezTo>
                <a:cubicBezTo>
                  <a:pt x="1555250" y="1023217"/>
                  <a:pt x="1543567" y="1027350"/>
                  <a:pt x="1550605" y="1025203"/>
                </a:cubicBezTo>
                <a:close/>
                <a:moveTo>
                  <a:pt x="399167" y="146026"/>
                </a:moveTo>
                <a:cubicBezTo>
                  <a:pt x="392957" y="148263"/>
                  <a:pt x="373700" y="156037"/>
                  <a:pt x="369427" y="157985"/>
                </a:cubicBezTo>
                <a:cubicBezTo>
                  <a:pt x="368629" y="158287"/>
                  <a:pt x="366484" y="159130"/>
                  <a:pt x="362596" y="160713"/>
                </a:cubicBezTo>
                <a:cubicBezTo>
                  <a:pt x="362607" y="160708"/>
                  <a:pt x="362619" y="160704"/>
                  <a:pt x="362630" y="160699"/>
                </a:cubicBezTo>
                <a:cubicBezTo>
                  <a:pt x="356246" y="160245"/>
                  <a:pt x="205989" y="237909"/>
                  <a:pt x="306918" y="186103"/>
                </a:cubicBezTo>
                <a:cubicBezTo>
                  <a:pt x="310126" y="184560"/>
                  <a:pt x="305669" y="186529"/>
                  <a:pt x="318633" y="180354"/>
                </a:cubicBezTo>
                <a:cubicBezTo>
                  <a:pt x="319494" y="179950"/>
                  <a:pt x="319958" y="179833"/>
                  <a:pt x="322624" y="178587"/>
                </a:cubicBezTo>
                <a:cubicBezTo>
                  <a:pt x="328750" y="175541"/>
                  <a:pt x="361809" y="161079"/>
                  <a:pt x="368627" y="158367"/>
                </a:cubicBezTo>
                <a:cubicBezTo>
                  <a:pt x="368690" y="158360"/>
                  <a:pt x="369133" y="158194"/>
                  <a:pt x="370070" y="157827"/>
                </a:cubicBezTo>
                <a:cubicBezTo>
                  <a:pt x="378572" y="154378"/>
                  <a:pt x="403842" y="144259"/>
                  <a:pt x="399167" y="146026"/>
                </a:cubicBezTo>
                <a:close/>
                <a:moveTo>
                  <a:pt x="1196183" y="1097836"/>
                </a:moveTo>
                <a:cubicBezTo>
                  <a:pt x="1200060" y="1097543"/>
                  <a:pt x="1212241" y="1096271"/>
                  <a:pt x="1213480" y="1095996"/>
                </a:cubicBezTo>
                <a:cubicBezTo>
                  <a:pt x="1207465" y="1096586"/>
                  <a:pt x="1187205" y="1098543"/>
                  <a:pt x="1196183" y="1097836"/>
                </a:cubicBezTo>
                <a:close/>
                <a:moveTo>
                  <a:pt x="1943693" y="784382"/>
                </a:moveTo>
                <a:cubicBezTo>
                  <a:pt x="1948971" y="778504"/>
                  <a:pt x="1960777" y="762956"/>
                  <a:pt x="1957058" y="767539"/>
                </a:cubicBezTo>
                <a:cubicBezTo>
                  <a:pt x="1954990" y="770408"/>
                  <a:pt x="1937813" y="791211"/>
                  <a:pt x="1943693" y="784382"/>
                </a:cubicBezTo>
                <a:close/>
                <a:moveTo>
                  <a:pt x="1317820" y="1082058"/>
                </a:moveTo>
                <a:cubicBezTo>
                  <a:pt x="1273213" y="1088992"/>
                  <a:pt x="1307196" y="1083781"/>
                  <a:pt x="1300398" y="1085065"/>
                </a:cubicBezTo>
                <a:cubicBezTo>
                  <a:pt x="1306227" y="1084090"/>
                  <a:pt x="1312036" y="1083088"/>
                  <a:pt x="1317820" y="1082058"/>
                </a:cubicBezTo>
                <a:close/>
                <a:moveTo>
                  <a:pt x="600227" y="87581"/>
                </a:moveTo>
                <a:cubicBezTo>
                  <a:pt x="593199" y="89101"/>
                  <a:pt x="601390" y="87066"/>
                  <a:pt x="609206" y="85526"/>
                </a:cubicBezTo>
                <a:cubicBezTo>
                  <a:pt x="611656" y="85042"/>
                  <a:pt x="604161" y="86731"/>
                  <a:pt x="600227" y="87581"/>
                </a:cubicBezTo>
                <a:close/>
                <a:moveTo>
                  <a:pt x="923650" y="46127"/>
                </a:moveTo>
                <a:cubicBezTo>
                  <a:pt x="917497" y="46240"/>
                  <a:pt x="947497" y="45014"/>
                  <a:pt x="935805" y="45621"/>
                </a:cubicBezTo>
                <a:cubicBezTo>
                  <a:pt x="935257" y="45640"/>
                  <a:pt x="924084" y="46105"/>
                  <a:pt x="923650" y="46127"/>
                </a:cubicBezTo>
                <a:close/>
                <a:moveTo>
                  <a:pt x="696759" y="69232"/>
                </a:moveTo>
                <a:cubicBezTo>
                  <a:pt x="691942" y="70136"/>
                  <a:pt x="688794" y="70628"/>
                  <a:pt x="675253" y="72921"/>
                </a:cubicBezTo>
                <a:cubicBezTo>
                  <a:pt x="695307" y="69489"/>
                  <a:pt x="676648" y="72489"/>
                  <a:pt x="696759" y="69232"/>
                </a:cubicBezTo>
                <a:close/>
                <a:moveTo>
                  <a:pt x="902879" y="1101841"/>
                </a:moveTo>
                <a:cubicBezTo>
                  <a:pt x="902800" y="1101825"/>
                  <a:pt x="902734" y="1101815"/>
                  <a:pt x="902748" y="1101807"/>
                </a:cubicBezTo>
                <a:cubicBezTo>
                  <a:pt x="902836" y="1101821"/>
                  <a:pt x="902874" y="1101832"/>
                  <a:pt x="902879" y="1101841"/>
                </a:cubicBezTo>
                <a:close/>
                <a:moveTo>
                  <a:pt x="1590637" y="1011067"/>
                </a:moveTo>
                <a:cubicBezTo>
                  <a:pt x="1596008" y="1009331"/>
                  <a:pt x="1610916" y="1003594"/>
                  <a:pt x="1606394" y="1005100"/>
                </a:cubicBezTo>
                <a:cubicBezTo>
                  <a:pt x="1605993" y="1005255"/>
                  <a:pt x="1592721" y="1010158"/>
                  <a:pt x="1590637" y="1011067"/>
                </a:cubicBezTo>
                <a:close/>
                <a:moveTo>
                  <a:pt x="369427" y="157985"/>
                </a:moveTo>
                <a:cubicBezTo>
                  <a:pt x="370135" y="157718"/>
                  <a:pt x="369783" y="157877"/>
                  <a:pt x="368627" y="158367"/>
                </a:cubicBezTo>
                <a:cubicBezTo>
                  <a:pt x="368567" y="158373"/>
                  <a:pt x="368860" y="158236"/>
                  <a:pt x="369427" y="157985"/>
                </a:cubicBezTo>
                <a:close/>
                <a:moveTo>
                  <a:pt x="1510016" y="1038157"/>
                </a:moveTo>
                <a:cubicBezTo>
                  <a:pt x="1510510" y="1037897"/>
                  <a:pt x="1487488" y="1044539"/>
                  <a:pt x="1486511" y="1044781"/>
                </a:cubicBezTo>
                <a:cubicBezTo>
                  <a:pt x="1473245" y="1048774"/>
                  <a:pt x="1500602" y="1041070"/>
                  <a:pt x="1510016" y="1038157"/>
                </a:cubicBezTo>
                <a:close/>
                <a:moveTo>
                  <a:pt x="2021474" y="648938"/>
                </a:moveTo>
                <a:cubicBezTo>
                  <a:pt x="2021829" y="647773"/>
                  <a:pt x="2019051" y="655139"/>
                  <a:pt x="2017539" y="659750"/>
                </a:cubicBezTo>
                <a:cubicBezTo>
                  <a:pt x="2016381" y="663331"/>
                  <a:pt x="2020193" y="653324"/>
                  <a:pt x="2021474" y="648938"/>
                </a:cubicBezTo>
                <a:close/>
                <a:moveTo>
                  <a:pt x="743179" y="62325"/>
                </a:moveTo>
                <a:cubicBezTo>
                  <a:pt x="750757" y="61292"/>
                  <a:pt x="761507" y="59929"/>
                  <a:pt x="763509" y="59774"/>
                </a:cubicBezTo>
                <a:cubicBezTo>
                  <a:pt x="758366" y="60382"/>
                  <a:pt x="743022" y="62401"/>
                  <a:pt x="743179" y="62325"/>
                </a:cubicBezTo>
                <a:close/>
                <a:moveTo>
                  <a:pt x="911816" y="46613"/>
                </a:moveTo>
                <a:cubicBezTo>
                  <a:pt x="902709" y="47169"/>
                  <a:pt x="882094" y="48423"/>
                  <a:pt x="868972" y="49387"/>
                </a:cubicBezTo>
                <a:cubicBezTo>
                  <a:pt x="868740" y="49218"/>
                  <a:pt x="903225" y="47017"/>
                  <a:pt x="911816" y="46613"/>
                </a:cubicBezTo>
                <a:close/>
                <a:moveTo>
                  <a:pt x="418771" y="138863"/>
                </a:moveTo>
                <a:cubicBezTo>
                  <a:pt x="418183" y="139027"/>
                  <a:pt x="400008" y="145682"/>
                  <a:pt x="402545" y="144881"/>
                </a:cubicBezTo>
                <a:cubicBezTo>
                  <a:pt x="406169" y="143654"/>
                  <a:pt x="423918" y="137064"/>
                  <a:pt x="418771" y="138863"/>
                </a:cubicBezTo>
                <a:close/>
                <a:moveTo>
                  <a:pt x="2008295" y="683011"/>
                </a:moveTo>
                <a:cubicBezTo>
                  <a:pt x="2004976" y="690801"/>
                  <a:pt x="2013356" y="673177"/>
                  <a:pt x="2015995" y="664765"/>
                </a:cubicBezTo>
                <a:cubicBezTo>
                  <a:pt x="2017539" y="660488"/>
                  <a:pt x="2009035" y="681736"/>
                  <a:pt x="2008295" y="683011"/>
                </a:cubicBezTo>
                <a:close/>
                <a:moveTo>
                  <a:pt x="1636781" y="993247"/>
                </a:moveTo>
                <a:cubicBezTo>
                  <a:pt x="1647198" y="988799"/>
                  <a:pt x="1621240" y="999343"/>
                  <a:pt x="1617706" y="1000873"/>
                </a:cubicBezTo>
                <a:cubicBezTo>
                  <a:pt x="1622568" y="998978"/>
                  <a:pt x="1632985" y="994885"/>
                  <a:pt x="1636781" y="993247"/>
                </a:cubicBezTo>
                <a:close/>
                <a:moveTo>
                  <a:pt x="1265719" y="1090425"/>
                </a:moveTo>
                <a:cubicBezTo>
                  <a:pt x="1301027" y="1086099"/>
                  <a:pt x="1281675" y="1087720"/>
                  <a:pt x="1275440" y="1088709"/>
                </a:cubicBezTo>
                <a:cubicBezTo>
                  <a:pt x="1274570" y="1088851"/>
                  <a:pt x="1264861" y="1090532"/>
                  <a:pt x="1265719" y="1090425"/>
                </a:cubicBezTo>
                <a:close/>
                <a:moveTo>
                  <a:pt x="1262081" y="21515"/>
                </a:moveTo>
                <a:cubicBezTo>
                  <a:pt x="1257083" y="20885"/>
                  <a:pt x="1275678" y="23591"/>
                  <a:pt x="1278073" y="23840"/>
                </a:cubicBezTo>
                <a:cubicBezTo>
                  <a:pt x="1279571" y="23967"/>
                  <a:pt x="1265296" y="21895"/>
                  <a:pt x="1262081" y="21515"/>
                </a:cubicBezTo>
                <a:close/>
                <a:moveTo>
                  <a:pt x="730535" y="1082267"/>
                </a:moveTo>
                <a:cubicBezTo>
                  <a:pt x="732010" y="1082510"/>
                  <a:pt x="733478" y="1082749"/>
                  <a:pt x="734932" y="1082983"/>
                </a:cubicBezTo>
                <a:cubicBezTo>
                  <a:pt x="733841" y="1082815"/>
                  <a:pt x="732407" y="1082584"/>
                  <a:pt x="730535" y="1082267"/>
                </a:cubicBezTo>
                <a:close/>
                <a:moveTo>
                  <a:pt x="1729872" y="950339"/>
                </a:moveTo>
                <a:cubicBezTo>
                  <a:pt x="1707309" y="961214"/>
                  <a:pt x="1709747" y="960458"/>
                  <a:pt x="1707818" y="961472"/>
                </a:cubicBezTo>
                <a:cubicBezTo>
                  <a:pt x="1703652" y="963557"/>
                  <a:pt x="1693836" y="968128"/>
                  <a:pt x="1685811" y="971946"/>
                </a:cubicBezTo>
                <a:cubicBezTo>
                  <a:pt x="1695025" y="967495"/>
                  <a:pt x="1703821" y="963083"/>
                  <a:pt x="1712973" y="958333"/>
                </a:cubicBezTo>
                <a:cubicBezTo>
                  <a:pt x="1706074" y="962435"/>
                  <a:pt x="1642692" y="991029"/>
                  <a:pt x="1641118" y="991307"/>
                </a:cubicBezTo>
                <a:cubicBezTo>
                  <a:pt x="1639297" y="992328"/>
                  <a:pt x="1659437" y="983613"/>
                  <a:pt x="1659977" y="983339"/>
                </a:cubicBezTo>
                <a:cubicBezTo>
                  <a:pt x="1660826" y="982993"/>
                  <a:pt x="1664159" y="982106"/>
                  <a:pt x="1665996" y="981298"/>
                </a:cubicBezTo>
                <a:cubicBezTo>
                  <a:pt x="1669236" y="980291"/>
                  <a:pt x="1721739" y="955001"/>
                  <a:pt x="1729872" y="950339"/>
                </a:cubicBezTo>
                <a:close/>
                <a:moveTo>
                  <a:pt x="1339364" y="1078827"/>
                </a:moveTo>
                <a:cubicBezTo>
                  <a:pt x="1333686" y="1079778"/>
                  <a:pt x="1332030" y="1079849"/>
                  <a:pt x="1329398" y="1080357"/>
                </a:cubicBezTo>
                <a:cubicBezTo>
                  <a:pt x="1328507" y="1080527"/>
                  <a:pt x="1328364" y="1080755"/>
                  <a:pt x="1325351" y="1081321"/>
                </a:cubicBezTo>
                <a:cubicBezTo>
                  <a:pt x="1329978" y="1080519"/>
                  <a:pt x="1334708" y="1079678"/>
                  <a:pt x="1339364" y="1078827"/>
                </a:cubicBezTo>
                <a:close/>
                <a:moveTo>
                  <a:pt x="1768546" y="927790"/>
                </a:moveTo>
                <a:cubicBezTo>
                  <a:pt x="1774797" y="924466"/>
                  <a:pt x="1747357" y="940291"/>
                  <a:pt x="1746308" y="940693"/>
                </a:cubicBezTo>
                <a:cubicBezTo>
                  <a:pt x="1741477" y="943232"/>
                  <a:pt x="1763608" y="930593"/>
                  <a:pt x="1768546" y="927790"/>
                </a:cubicBezTo>
                <a:close/>
                <a:moveTo>
                  <a:pt x="1521668" y="1034798"/>
                </a:moveTo>
                <a:cubicBezTo>
                  <a:pt x="1522841" y="1034508"/>
                  <a:pt x="1546083" y="1027151"/>
                  <a:pt x="1545805" y="1027044"/>
                </a:cubicBezTo>
                <a:cubicBezTo>
                  <a:pt x="1539786" y="1029032"/>
                  <a:pt x="1508442" y="1038704"/>
                  <a:pt x="1521668" y="1034798"/>
                </a:cubicBezTo>
                <a:close/>
                <a:moveTo>
                  <a:pt x="1321606" y="1081968"/>
                </a:moveTo>
                <a:cubicBezTo>
                  <a:pt x="1313193" y="1083382"/>
                  <a:pt x="1297098" y="1085683"/>
                  <a:pt x="1298981" y="1085684"/>
                </a:cubicBezTo>
                <a:cubicBezTo>
                  <a:pt x="1298993" y="1085683"/>
                  <a:pt x="1299006" y="1085681"/>
                  <a:pt x="1299018" y="1085680"/>
                </a:cubicBezTo>
                <a:cubicBezTo>
                  <a:pt x="1306585" y="1084488"/>
                  <a:pt x="1314113" y="1083252"/>
                  <a:pt x="1321606" y="1081968"/>
                </a:cubicBezTo>
                <a:close/>
                <a:moveTo>
                  <a:pt x="1996195" y="709225"/>
                </a:moveTo>
                <a:cubicBezTo>
                  <a:pt x="2003896" y="695521"/>
                  <a:pt x="2000084" y="701883"/>
                  <a:pt x="1993217" y="714061"/>
                </a:cubicBezTo>
                <a:cubicBezTo>
                  <a:pt x="1991349" y="717876"/>
                  <a:pt x="1994930" y="711467"/>
                  <a:pt x="1996195" y="709225"/>
                </a:cubicBezTo>
                <a:close/>
                <a:moveTo>
                  <a:pt x="2017230" y="663740"/>
                </a:moveTo>
                <a:cubicBezTo>
                  <a:pt x="2019622" y="659838"/>
                  <a:pt x="2031444" y="616585"/>
                  <a:pt x="2029129" y="623062"/>
                </a:cubicBezTo>
                <a:cubicBezTo>
                  <a:pt x="2028758" y="625482"/>
                  <a:pt x="2021999" y="650352"/>
                  <a:pt x="2021366" y="651414"/>
                </a:cubicBezTo>
                <a:cubicBezTo>
                  <a:pt x="2020764" y="653113"/>
                  <a:pt x="2023156" y="645220"/>
                  <a:pt x="2018758" y="658286"/>
                </a:cubicBezTo>
                <a:cubicBezTo>
                  <a:pt x="2019144" y="657559"/>
                  <a:pt x="2016690" y="665140"/>
                  <a:pt x="2017230" y="663740"/>
                </a:cubicBezTo>
                <a:close/>
                <a:moveTo>
                  <a:pt x="2002445" y="697826"/>
                </a:moveTo>
                <a:cubicBezTo>
                  <a:pt x="2009529" y="684048"/>
                  <a:pt x="2010224" y="680341"/>
                  <a:pt x="2005331" y="691094"/>
                </a:cubicBezTo>
                <a:cubicBezTo>
                  <a:pt x="2003402" y="695201"/>
                  <a:pt x="2001396" y="699788"/>
                  <a:pt x="2002445" y="697826"/>
                </a:cubicBezTo>
                <a:close/>
                <a:moveTo>
                  <a:pt x="1969635" y="752461"/>
                </a:moveTo>
                <a:cubicBezTo>
                  <a:pt x="1972938" y="747986"/>
                  <a:pt x="1981441" y="735542"/>
                  <a:pt x="1986519" y="726559"/>
                </a:cubicBezTo>
                <a:cubicBezTo>
                  <a:pt x="1979343" y="738410"/>
                  <a:pt x="1971626" y="749790"/>
                  <a:pt x="1963323" y="760932"/>
                </a:cubicBezTo>
                <a:cubicBezTo>
                  <a:pt x="1962474" y="762300"/>
                  <a:pt x="1966765" y="756443"/>
                  <a:pt x="1969651" y="752430"/>
                </a:cubicBezTo>
                <a:cubicBezTo>
                  <a:pt x="1969651" y="752441"/>
                  <a:pt x="1969635" y="752452"/>
                  <a:pt x="1969635" y="752461"/>
                </a:cubicBezTo>
                <a:close/>
                <a:moveTo>
                  <a:pt x="1007124" y="42917"/>
                </a:moveTo>
                <a:cubicBezTo>
                  <a:pt x="994482" y="42964"/>
                  <a:pt x="1023611" y="42663"/>
                  <a:pt x="1024872" y="42722"/>
                </a:cubicBezTo>
                <a:cubicBezTo>
                  <a:pt x="1028540" y="42769"/>
                  <a:pt x="1012766" y="42877"/>
                  <a:pt x="1007124" y="42917"/>
                </a:cubicBezTo>
                <a:close/>
                <a:moveTo>
                  <a:pt x="1164441" y="7926"/>
                </a:moveTo>
                <a:cubicBezTo>
                  <a:pt x="1160954" y="7631"/>
                  <a:pt x="1158683" y="7329"/>
                  <a:pt x="1150967" y="6879"/>
                </a:cubicBezTo>
                <a:cubicBezTo>
                  <a:pt x="1158720" y="7489"/>
                  <a:pt x="1166444" y="8150"/>
                  <a:pt x="1174139" y="8860"/>
                </a:cubicBezTo>
                <a:cubicBezTo>
                  <a:pt x="1180141" y="9112"/>
                  <a:pt x="1168259" y="8242"/>
                  <a:pt x="1164441" y="7926"/>
                </a:cubicBezTo>
                <a:close/>
                <a:moveTo>
                  <a:pt x="1134847" y="5206"/>
                </a:moveTo>
                <a:cubicBezTo>
                  <a:pt x="1135945" y="5270"/>
                  <a:pt x="1129961" y="4579"/>
                  <a:pt x="1144158" y="5642"/>
                </a:cubicBezTo>
                <a:cubicBezTo>
                  <a:pt x="1153678" y="6276"/>
                  <a:pt x="1101739" y="3560"/>
                  <a:pt x="1092285" y="3304"/>
                </a:cubicBezTo>
                <a:cubicBezTo>
                  <a:pt x="1102743" y="3565"/>
                  <a:pt x="1125366" y="4675"/>
                  <a:pt x="1134847" y="5206"/>
                </a:cubicBezTo>
                <a:close/>
                <a:moveTo>
                  <a:pt x="1043700" y="1080"/>
                </a:moveTo>
                <a:cubicBezTo>
                  <a:pt x="1043107" y="1034"/>
                  <a:pt x="1062911" y="1212"/>
                  <a:pt x="1065184" y="1293"/>
                </a:cubicBezTo>
                <a:cubicBezTo>
                  <a:pt x="1077184" y="1576"/>
                  <a:pt x="1046984" y="1154"/>
                  <a:pt x="1043700" y="1080"/>
                </a:cubicBezTo>
                <a:close/>
                <a:moveTo>
                  <a:pt x="1106872" y="2566"/>
                </a:moveTo>
                <a:cubicBezTo>
                  <a:pt x="1097599" y="2146"/>
                  <a:pt x="1118154" y="2901"/>
                  <a:pt x="1124231" y="3260"/>
                </a:cubicBezTo>
                <a:cubicBezTo>
                  <a:pt x="1124828" y="3333"/>
                  <a:pt x="1108315" y="2612"/>
                  <a:pt x="1106872" y="2566"/>
                </a:cubicBezTo>
                <a:close/>
                <a:moveTo>
                  <a:pt x="879233" y="43696"/>
                </a:moveTo>
                <a:cubicBezTo>
                  <a:pt x="869266" y="44146"/>
                  <a:pt x="860291" y="45198"/>
                  <a:pt x="875691" y="44066"/>
                </a:cubicBezTo>
                <a:cubicBezTo>
                  <a:pt x="876423" y="44013"/>
                  <a:pt x="879659" y="43677"/>
                  <a:pt x="879233" y="43696"/>
                </a:cubicBezTo>
                <a:close/>
                <a:moveTo>
                  <a:pt x="1063060" y="1017"/>
                </a:moveTo>
                <a:cubicBezTo>
                  <a:pt x="1072323" y="1219"/>
                  <a:pt x="1051802" y="921"/>
                  <a:pt x="1045646" y="880"/>
                </a:cubicBezTo>
                <a:cubicBezTo>
                  <a:pt x="1045083" y="812"/>
                  <a:pt x="1061657" y="969"/>
                  <a:pt x="1063060" y="1017"/>
                </a:cubicBezTo>
                <a:close/>
                <a:moveTo>
                  <a:pt x="872178" y="43696"/>
                </a:moveTo>
                <a:cubicBezTo>
                  <a:pt x="858806" y="44471"/>
                  <a:pt x="863536" y="44631"/>
                  <a:pt x="865215" y="44526"/>
                </a:cubicBezTo>
                <a:cubicBezTo>
                  <a:pt x="872154" y="44074"/>
                  <a:pt x="895477" y="42455"/>
                  <a:pt x="900336" y="42180"/>
                </a:cubicBezTo>
                <a:cubicBezTo>
                  <a:pt x="865161" y="44286"/>
                  <a:pt x="878444" y="43385"/>
                  <a:pt x="872178" y="43696"/>
                </a:cubicBezTo>
                <a:close/>
                <a:moveTo>
                  <a:pt x="810778" y="49010"/>
                </a:moveTo>
                <a:cubicBezTo>
                  <a:pt x="798411" y="50252"/>
                  <a:pt x="830036" y="47313"/>
                  <a:pt x="835965" y="46743"/>
                </a:cubicBezTo>
                <a:cubicBezTo>
                  <a:pt x="829854" y="47249"/>
                  <a:pt x="814343" y="48635"/>
                  <a:pt x="810778" y="49010"/>
                </a:cubicBezTo>
                <a:close/>
                <a:moveTo>
                  <a:pt x="736052" y="57482"/>
                </a:moveTo>
                <a:cubicBezTo>
                  <a:pt x="729524" y="58313"/>
                  <a:pt x="709832" y="61106"/>
                  <a:pt x="706546" y="61711"/>
                </a:cubicBezTo>
                <a:cubicBezTo>
                  <a:pt x="713789" y="60574"/>
                  <a:pt x="733311" y="57912"/>
                  <a:pt x="736052" y="57482"/>
                </a:cubicBezTo>
                <a:close/>
                <a:moveTo>
                  <a:pt x="721150" y="59301"/>
                </a:moveTo>
                <a:cubicBezTo>
                  <a:pt x="710750" y="60685"/>
                  <a:pt x="708316" y="61376"/>
                  <a:pt x="720264" y="59545"/>
                </a:cubicBezTo>
                <a:cubicBezTo>
                  <a:pt x="720731" y="59475"/>
                  <a:pt x="721533" y="59252"/>
                  <a:pt x="721150" y="59301"/>
                </a:cubicBezTo>
                <a:close/>
                <a:moveTo>
                  <a:pt x="663236" y="68359"/>
                </a:moveTo>
                <a:cubicBezTo>
                  <a:pt x="656448" y="69410"/>
                  <a:pt x="648828" y="71121"/>
                  <a:pt x="659751" y="69177"/>
                </a:cubicBezTo>
                <a:cubicBezTo>
                  <a:pt x="663001" y="68604"/>
                  <a:pt x="663955" y="68250"/>
                  <a:pt x="663236" y="68359"/>
                </a:cubicBezTo>
                <a:close/>
                <a:moveTo>
                  <a:pt x="855402" y="44375"/>
                </a:moveTo>
                <a:cubicBezTo>
                  <a:pt x="845616" y="45060"/>
                  <a:pt x="833073" y="46271"/>
                  <a:pt x="853915" y="44665"/>
                </a:cubicBezTo>
                <a:cubicBezTo>
                  <a:pt x="846583" y="45250"/>
                  <a:pt x="839279" y="45871"/>
                  <a:pt x="832002" y="46529"/>
                </a:cubicBezTo>
                <a:cubicBezTo>
                  <a:pt x="859207" y="44374"/>
                  <a:pt x="857266" y="44359"/>
                  <a:pt x="865124" y="43785"/>
                </a:cubicBezTo>
                <a:cubicBezTo>
                  <a:pt x="876149" y="43040"/>
                  <a:pt x="875209" y="43354"/>
                  <a:pt x="873052" y="43566"/>
                </a:cubicBezTo>
                <a:cubicBezTo>
                  <a:pt x="881844" y="42765"/>
                  <a:pt x="920321" y="40588"/>
                  <a:pt x="942205" y="39895"/>
                </a:cubicBezTo>
                <a:cubicBezTo>
                  <a:pt x="922968" y="40460"/>
                  <a:pt x="891189" y="41970"/>
                  <a:pt x="872263" y="43245"/>
                </a:cubicBezTo>
                <a:cubicBezTo>
                  <a:pt x="866814" y="43597"/>
                  <a:pt x="861456" y="44041"/>
                  <a:pt x="856795" y="44380"/>
                </a:cubicBezTo>
                <a:cubicBezTo>
                  <a:pt x="849313" y="44928"/>
                  <a:pt x="855951" y="44337"/>
                  <a:pt x="855440" y="44372"/>
                </a:cubicBezTo>
                <a:cubicBezTo>
                  <a:pt x="855428" y="44373"/>
                  <a:pt x="855414" y="44374"/>
                  <a:pt x="855402" y="44375"/>
                </a:cubicBezTo>
                <a:close/>
                <a:moveTo>
                  <a:pt x="587765" y="83262"/>
                </a:moveTo>
                <a:cubicBezTo>
                  <a:pt x="568066" y="87526"/>
                  <a:pt x="580734" y="84992"/>
                  <a:pt x="591635" y="82537"/>
                </a:cubicBezTo>
                <a:cubicBezTo>
                  <a:pt x="592106" y="82428"/>
                  <a:pt x="588249" y="83158"/>
                  <a:pt x="587765" y="83262"/>
                </a:cubicBezTo>
                <a:close/>
                <a:moveTo>
                  <a:pt x="1036436" y="2"/>
                </a:moveTo>
                <a:cubicBezTo>
                  <a:pt x="1063352" y="315"/>
                  <a:pt x="1043681" y="-150"/>
                  <a:pt x="1099905" y="1074"/>
                </a:cubicBezTo>
                <a:cubicBezTo>
                  <a:pt x="1076272" y="536"/>
                  <a:pt x="1098599" y="1151"/>
                  <a:pt x="1093983" y="1085"/>
                </a:cubicBezTo>
                <a:cubicBezTo>
                  <a:pt x="1090288" y="1017"/>
                  <a:pt x="1076386" y="630"/>
                  <a:pt x="1084464" y="941"/>
                </a:cubicBezTo>
                <a:cubicBezTo>
                  <a:pt x="1073891" y="393"/>
                  <a:pt x="1028077" y="129"/>
                  <a:pt x="1025940" y="245"/>
                </a:cubicBezTo>
                <a:cubicBezTo>
                  <a:pt x="1025960" y="245"/>
                  <a:pt x="1025978" y="245"/>
                  <a:pt x="1025998" y="245"/>
                </a:cubicBezTo>
                <a:cubicBezTo>
                  <a:pt x="1024761" y="245"/>
                  <a:pt x="1027843" y="-25"/>
                  <a:pt x="1036436" y="2"/>
                </a:cubicBezTo>
                <a:close/>
                <a:moveTo>
                  <a:pt x="735847" y="56683"/>
                </a:moveTo>
                <a:cubicBezTo>
                  <a:pt x="729149" y="57209"/>
                  <a:pt x="726799" y="58116"/>
                  <a:pt x="713573" y="59713"/>
                </a:cubicBezTo>
                <a:cubicBezTo>
                  <a:pt x="696317" y="62576"/>
                  <a:pt x="761416" y="53013"/>
                  <a:pt x="769615" y="52737"/>
                </a:cubicBezTo>
                <a:cubicBezTo>
                  <a:pt x="698293" y="61398"/>
                  <a:pt x="816650" y="47535"/>
                  <a:pt x="766916" y="52862"/>
                </a:cubicBezTo>
                <a:cubicBezTo>
                  <a:pt x="807754" y="48441"/>
                  <a:pt x="780284" y="51281"/>
                  <a:pt x="786576" y="50496"/>
                </a:cubicBezTo>
                <a:cubicBezTo>
                  <a:pt x="793283" y="49655"/>
                  <a:pt x="816570" y="47459"/>
                  <a:pt x="815391" y="47460"/>
                </a:cubicBezTo>
                <a:cubicBezTo>
                  <a:pt x="815377" y="47461"/>
                  <a:pt x="815364" y="47462"/>
                  <a:pt x="815352" y="47464"/>
                </a:cubicBezTo>
                <a:cubicBezTo>
                  <a:pt x="801072" y="48811"/>
                  <a:pt x="786902" y="50299"/>
                  <a:pt x="772847" y="51924"/>
                </a:cubicBezTo>
                <a:cubicBezTo>
                  <a:pt x="786707" y="50638"/>
                  <a:pt x="757740" y="53847"/>
                  <a:pt x="747881" y="54919"/>
                </a:cubicBezTo>
                <a:cubicBezTo>
                  <a:pt x="743860" y="55495"/>
                  <a:pt x="739849" y="56083"/>
                  <a:pt x="735847" y="56683"/>
                </a:cubicBezTo>
                <a:close/>
                <a:moveTo>
                  <a:pt x="816068" y="47841"/>
                </a:moveTo>
                <a:cubicBezTo>
                  <a:pt x="814617" y="47911"/>
                  <a:pt x="783756" y="51111"/>
                  <a:pt x="785783" y="51000"/>
                </a:cubicBezTo>
                <a:cubicBezTo>
                  <a:pt x="789800" y="50480"/>
                  <a:pt x="833831" y="46243"/>
                  <a:pt x="816068" y="47841"/>
                </a:cubicBezTo>
                <a:close/>
                <a:moveTo>
                  <a:pt x="952119" y="39412"/>
                </a:moveTo>
                <a:cubicBezTo>
                  <a:pt x="940958" y="39733"/>
                  <a:pt x="923914" y="40370"/>
                  <a:pt x="917812" y="40764"/>
                </a:cubicBezTo>
                <a:cubicBezTo>
                  <a:pt x="928939" y="40238"/>
                  <a:pt x="946035" y="39682"/>
                  <a:pt x="952119" y="39412"/>
                </a:cubicBezTo>
                <a:close/>
                <a:moveTo>
                  <a:pt x="390486" y="141093"/>
                </a:moveTo>
                <a:cubicBezTo>
                  <a:pt x="377220" y="146188"/>
                  <a:pt x="418264" y="130908"/>
                  <a:pt x="406336" y="135204"/>
                </a:cubicBezTo>
                <a:cubicBezTo>
                  <a:pt x="405718" y="135396"/>
                  <a:pt x="391108" y="140825"/>
                  <a:pt x="390486" y="141093"/>
                </a:cubicBezTo>
                <a:close/>
                <a:moveTo>
                  <a:pt x="703889" y="61308"/>
                </a:moveTo>
                <a:cubicBezTo>
                  <a:pt x="689606" y="63386"/>
                  <a:pt x="696388" y="62704"/>
                  <a:pt x="706966" y="61006"/>
                </a:cubicBezTo>
                <a:cubicBezTo>
                  <a:pt x="707577" y="60908"/>
                  <a:pt x="704549" y="61213"/>
                  <a:pt x="703889" y="61308"/>
                </a:cubicBezTo>
                <a:close/>
                <a:moveTo>
                  <a:pt x="1058201" y="81"/>
                </a:moveTo>
                <a:cubicBezTo>
                  <a:pt x="1059133" y="-78"/>
                  <a:pt x="1098083" y="782"/>
                  <a:pt x="1104988" y="1139"/>
                </a:cubicBezTo>
                <a:cubicBezTo>
                  <a:pt x="1101062" y="950"/>
                  <a:pt x="1057060" y="46"/>
                  <a:pt x="1058201" y="81"/>
                </a:cubicBezTo>
                <a:close/>
                <a:moveTo>
                  <a:pt x="971759" y="38617"/>
                </a:moveTo>
                <a:cubicBezTo>
                  <a:pt x="949423" y="38764"/>
                  <a:pt x="919684" y="40345"/>
                  <a:pt x="916290" y="40525"/>
                </a:cubicBezTo>
                <a:cubicBezTo>
                  <a:pt x="913000" y="40671"/>
                  <a:pt x="918154" y="40306"/>
                  <a:pt x="917404" y="40338"/>
                </a:cubicBezTo>
                <a:cubicBezTo>
                  <a:pt x="915650" y="40343"/>
                  <a:pt x="880782" y="42250"/>
                  <a:pt x="879149" y="42432"/>
                </a:cubicBezTo>
                <a:cubicBezTo>
                  <a:pt x="877950" y="42515"/>
                  <a:pt x="884233" y="42297"/>
                  <a:pt x="877083" y="42809"/>
                </a:cubicBezTo>
                <a:cubicBezTo>
                  <a:pt x="890983" y="41545"/>
                  <a:pt x="954779" y="38942"/>
                  <a:pt x="958105" y="39042"/>
                </a:cubicBezTo>
                <a:cubicBezTo>
                  <a:pt x="960684" y="38970"/>
                  <a:pt x="941268" y="39265"/>
                  <a:pt x="971720" y="38618"/>
                </a:cubicBezTo>
                <a:cubicBezTo>
                  <a:pt x="971732" y="38617"/>
                  <a:pt x="971746" y="38617"/>
                  <a:pt x="971759" y="38617"/>
                </a:cubicBezTo>
                <a:close/>
                <a:moveTo>
                  <a:pt x="908027" y="40885"/>
                </a:moveTo>
                <a:cubicBezTo>
                  <a:pt x="916761" y="40515"/>
                  <a:pt x="892277" y="41766"/>
                  <a:pt x="886411" y="42129"/>
                </a:cubicBezTo>
                <a:cubicBezTo>
                  <a:pt x="873311" y="42839"/>
                  <a:pt x="906867" y="40873"/>
                  <a:pt x="908027" y="40885"/>
                </a:cubicBezTo>
                <a:close/>
                <a:moveTo>
                  <a:pt x="849323" y="44545"/>
                </a:moveTo>
                <a:cubicBezTo>
                  <a:pt x="846503" y="44706"/>
                  <a:pt x="821496" y="46808"/>
                  <a:pt x="819388" y="47128"/>
                </a:cubicBezTo>
                <a:cubicBezTo>
                  <a:pt x="831178" y="46116"/>
                  <a:pt x="855639" y="44088"/>
                  <a:pt x="849323" y="44545"/>
                </a:cubicBezTo>
                <a:close/>
                <a:moveTo>
                  <a:pt x="572199" y="86059"/>
                </a:moveTo>
                <a:cubicBezTo>
                  <a:pt x="565759" y="87528"/>
                  <a:pt x="548286" y="91683"/>
                  <a:pt x="547334" y="92035"/>
                </a:cubicBezTo>
                <a:cubicBezTo>
                  <a:pt x="553623" y="90431"/>
                  <a:pt x="571193" y="86362"/>
                  <a:pt x="572199" y="86059"/>
                </a:cubicBezTo>
                <a:close/>
                <a:moveTo>
                  <a:pt x="1190921" y="5381"/>
                </a:moveTo>
                <a:cubicBezTo>
                  <a:pt x="1180033" y="4430"/>
                  <a:pt x="1205281" y="6416"/>
                  <a:pt x="1212559" y="7176"/>
                </a:cubicBezTo>
                <a:cubicBezTo>
                  <a:pt x="1212967" y="7250"/>
                  <a:pt x="1191865" y="5433"/>
                  <a:pt x="1190921" y="5381"/>
                </a:cubicBezTo>
                <a:close/>
                <a:moveTo>
                  <a:pt x="701347" y="60888"/>
                </a:moveTo>
                <a:cubicBezTo>
                  <a:pt x="697427" y="61051"/>
                  <a:pt x="619765" y="74732"/>
                  <a:pt x="608752" y="77545"/>
                </a:cubicBezTo>
                <a:cubicBezTo>
                  <a:pt x="619542" y="74899"/>
                  <a:pt x="696529" y="61371"/>
                  <a:pt x="700108" y="61193"/>
                </a:cubicBezTo>
                <a:cubicBezTo>
                  <a:pt x="701132" y="61027"/>
                  <a:pt x="701836" y="60818"/>
                  <a:pt x="701347" y="60888"/>
                </a:cubicBezTo>
                <a:close/>
                <a:moveTo>
                  <a:pt x="871422" y="42439"/>
                </a:moveTo>
                <a:cubicBezTo>
                  <a:pt x="878600" y="41854"/>
                  <a:pt x="883318" y="41705"/>
                  <a:pt x="884228" y="41650"/>
                </a:cubicBezTo>
                <a:cubicBezTo>
                  <a:pt x="893132" y="41103"/>
                  <a:pt x="911751" y="40142"/>
                  <a:pt x="907675" y="40453"/>
                </a:cubicBezTo>
                <a:cubicBezTo>
                  <a:pt x="891789" y="41120"/>
                  <a:pt x="857079" y="43618"/>
                  <a:pt x="871422" y="42439"/>
                </a:cubicBezTo>
                <a:close/>
                <a:moveTo>
                  <a:pt x="566563" y="86752"/>
                </a:moveTo>
                <a:cubicBezTo>
                  <a:pt x="540358" y="92968"/>
                  <a:pt x="590821" y="81305"/>
                  <a:pt x="584195" y="82776"/>
                </a:cubicBezTo>
                <a:cubicBezTo>
                  <a:pt x="583789" y="82842"/>
                  <a:pt x="569250" y="86097"/>
                  <a:pt x="566563" y="86752"/>
                </a:cubicBezTo>
                <a:close/>
                <a:moveTo>
                  <a:pt x="710105" y="59539"/>
                </a:moveTo>
                <a:cubicBezTo>
                  <a:pt x="716047" y="58162"/>
                  <a:pt x="794354" y="48505"/>
                  <a:pt x="807114" y="47688"/>
                </a:cubicBezTo>
                <a:cubicBezTo>
                  <a:pt x="795774" y="48973"/>
                  <a:pt x="786636" y="49780"/>
                  <a:pt x="771568" y="51514"/>
                </a:cubicBezTo>
                <a:cubicBezTo>
                  <a:pt x="767466" y="51991"/>
                  <a:pt x="768560" y="51939"/>
                  <a:pt x="768120" y="51990"/>
                </a:cubicBezTo>
                <a:cubicBezTo>
                  <a:pt x="760982" y="52836"/>
                  <a:pt x="766313" y="52120"/>
                  <a:pt x="761916" y="52643"/>
                </a:cubicBezTo>
                <a:cubicBezTo>
                  <a:pt x="759019" y="52773"/>
                  <a:pt x="701938" y="60729"/>
                  <a:pt x="710105" y="59539"/>
                </a:cubicBezTo>
                <a:close/>
                <a:moveTo>
                  <a:pt x="875521" y="42095"/>
                </a:moveTo>
                <a:cubicBezTo>
                  <a:pt x="879776" y="41612"/>
                  <a:pt x="929371" y="39071"/>
                  <a:pt x="931212" y="39150"/>
                </a:cubicBezTo>
                <a:cubicBezTo>
                  <a:pt x="946114" y="38546"/>
                  <a:pt x="879214" y="41619"/>
                  <a:pt x="875521" y="42095"/>
                </a:cubicBezTo>
                <a:close/>
                <a:moveTo>
                  <a:pt x="702879" y="60455"/>
                </a:moveTo>
                <a:cubicBezTo>
                  <a:pt x="711352" y="58862"/>
                  <a:pt x="750158" y="53719"/>
                  <a:pt x="723667" y="57461"/>
                </a:cubicBezTo>
                <a:cubicBezTo>
                  <a:pt x="721147" y="57818"/>
                  <a:pt x="710252" y="59283"/>
                  <a:pt x="702879" y="60455"/>
                </a:cubicBezTo>
                <a:close/>
                <a:moveTo>
                  <a:pt x="569318" y="85884"/>
                </a:moveTo>
                <a:cubicBezTo>
                  <a:pt x="567965" y="86129"/>
                  <a:pt x="540811" y="92665"/>
                  <a:pt x="540403" y="92906"/>
                </a:cubicBezTo>
                <a:cubicBezTo>
                  <a:pt x="544169" y="91846"/>
                  <a:pt x="584022" y="82514"/>
                  <a:pt x="569318" y="85884"/>
                </a:cubicBezTo>
                <a:close/>
                <a:moveTo>
                  <a:pt x="583524" y="82399"/>
                </a:moveTo>
                <a:cubicBezTo>
                  <a:pt x="582836" y="82560"/>
                  <a:pt x="589373" y="81224"/>
                  <a:pt x="576428" y="84124"/>
                </a:cubicBezTo>
                <a:cubicBezTo>
                  <a:pt x="575366" y="84379"/>
                  <a:pt x="573258" y="84624"/>
                  <a:pt x="557213" y="88511"/>
                </a:cubicBezTo>
                <a:cubicBezTo>
                  <a:pt x="553959" y="89302"/>
                  <a:pt x="548968" y="90636"/>
                  <a:pt x="549333" y="90554"/>
                </a:cubicBezTo>
                <a:cubicBezTo>
                  <a:pt x="566006" y="86497"/>
                  <a:pt x="616501" y="75121"/>
                  <a:pt x="583524" y="82399"/>
                </a:cubicBezTo>
                <a:close/>
                <a:moveTo>
                  <a:pt x="876412" y="41933"/>
                </a:moveTo>
                <a:cubicBezTo>
                  <a:pt x="873767" y="42048"/>
                  <a:pt x="880123" y="41471"/>
                  <a:pt x="885892" y="41213"/>
                </a:cubicBezTo>
                <a:cubicBezTo>
                  <a:pt x="888367" y="41104"/>
                  <a:pt x="883755" y="41462"/>
                  <a:pt x="876412" y="41933"/>
                </a:cubicBezTo>
                <a:close/>
                <a:moveTo>
                  <a:pt x="483347" y="108404"/>
                </a:moveTo>
                <a:cubicBezTo>
                  <a:pt x="498871" y="103606"/>
                  <a:pt x="450100" y="118259"/>
                  <a:pt x="447541" y="119373"/>
                </a:cubicBezTo>
                <a:cubicBezTo>
                  <a:pt x="449287" y="118779"/>
                  <a:pt x="481644" y="108814"/>
                  <a:pt x="483347" y="108404"/>
                </a:cubicBezTo>
                <a:close/>
                <a:moveTo>
                  <a:pt x="1216420" y="6617"/>
                </a:moveTo>
                <a:cubicBezTo>
                  <a:pt x="1216408" y="6616"/>
                  <a:pt x="1216396" y="6615"/>
                  <a:pt x="1216382" y="6613"/>
                </a:cubicBezTo>
                <a:cubicBezTo>
                  <a:pt x="1229972" y="7930"/>
                  <a:pt x="1221541" y="7241"/>
                  <a:pt x="1222178" y="7302"/>
                </a:cubicBezTo>
                <a:cubicBezTo>
                  <a:pt x="1251158" y="10361"/>
                  <a:pt x="1243564" y="9439"/>
                  <a:pt x="1248095" y="9872"/>
                </a:cubicBezTo>
                <a:cubicBezTo>
                  <a:pt x="1257844" y="10911"/>
                  <a:pt x="1256263" y="11003"/>
                  <a:pt x="1272608" y="12885"/>
                </a:cubicBezTo>
                <a:cubicBezTo>
                  <a:pt x="1245567" y="9791"/>
                  <a:pt x="1270184" y="12681"/>
                  <a:pt x="1270923" y="12903"/>
                </a:cubicBezTo>
                <a:cubicBezTo>
                  <a:pt x="1273985" y="13671"/>
                  <a:pt x="1234756" y="8370"/>
                  <a:pt x="1221291" y="7314"/>
                </a:cubicBezTo>
                <a:cubicBezTo>
                  <a:pt x="1219416" y="7136"/>
                  <a:pt x="1233251" y="8644"/>
                  <a:pt x="1228443" y="8207"/>
                </a:cubicBezTo>
                <a:cubicBezTo>
                  <a:pt x="1212875" y="6664"/>
                  <a:pt x="1163991" y="2016"/>
                  <a:pt x="1216420" y="6617"/>
                </a:cubicBezTo>
                <a:close/>
                <a:moveTo>
                  <a:pt x="890340" y="40938"/>
                </a:moveTo>
                <a:cubicBezTo>
                  <a:pt x="896650" y="40338"/>
                  <a:pt x="944844" y="38392"/>
                  <a:pt x="932070" y="39015"/>
                </a:cubicBezTo>
                <a:cubicBezTo>
                  <a:pt x="930146" y="38964"/>
                  <a:pt x="880964" y="41530"/>
                  <a:pt x="890340" y="40938"/>
                </a:cubicBezTo>
                <a:close/>
                <a:moveTo>
                  <a:pt x="897467" y="1117181"/>
                </a:moveTo>
                <a:cubicBezTo>
                  <a:pt x="885864" y="1116553"/>
                  <a:pt x="912713" y="1118635"/>
                  <a:pt x="917761" y="1118738"/>
                </a:cubicBezTo>
                <a:cubicBezTo>
                  <a:pt x="920242" y="1118826"/>
                  <a:pt x="902547" y="1117482"/>
                  <a:pt x="897467" y="1117181"/>
                </a:cubicBezTo>
                <a:close/>
                <a:moveTo>
                  <a:pt x="1086148" y="1121573"/>
                </a:moveTo>
                <a:cubicBezTo>
                  <a:pt x="1100006" y="1121107"/>
                  <a:pt x="1114484" y="1119700"/>
                  <a:pt x="1097330" y="1120505"/>
                </a:cubicBezTo>
                <a:cubicBezTo>
                  <a:pt x="1095511" y="1120595"/>
                  <a:pt x="1084560" y="1121521"/>
                  <a:pt x="1086148" y="1121573"/>
                </a:cubicBezTo>
                <a:close/>
                <a:moveTo>
                  <a:pt x="219778" y="905292"/>
                </a:moveTo>
                <a:cubicBezTo>
                  <a:pt x="231558" y="913772"/>
                  <a:pt x="231129" y="912899"/>
                  <a:pt x="222342" y="906843"/>
                </a:cubicBezTo>
                <a:cubicBezTo>
                  <a:pt x="219260" y="904695"/>
                  <a:pt x="219411" y="905022"/>
                  <a:pt x="219778" y="905292"/>
                </a:cubicBezTo>
                <a:close/>
                <a:moveTo>
                  <a:pt x="731196" y="1098041"/>
                </a:moveTo>
                <a:cubicBezTo>
                  <a:pt x="732594" y="1098313"/>
                  <a:pt x="749027" y="1100909"/>
                  <a:pt x="748454" y="1100689"/>
                </a:cubicBezTo>
                <a:cubicBezTo>
                  <a:pt x="742350" y="1099706"/>
                  <a:pt x="722058" y="1096402"/>
                  <a:pt x="731196" y="1098041"/>
                </a:cubicBezTo>
                <a:close/>
                <a:moveTo>
                  <a:pt x="215996" y="902695"/>
                </a:moveTo>
                <a:cubicBezTo>
                  <a:pt x="223019" y="907554"/>
                  <a:pt x="211193" y="898894"/>
                  <a:pt x="202612" y="892861"/>
                </a:cubicBezTo>
                <a:cubicBezTo>
                  <a:pt x="206958" y="896085"/>
                  <a:pt x="215236" y="902181"/>
                  <a:pt x="215996" y="902695"/>
                </a:cubicBezTo>
                <a:close/>
                <a:moveTo>
                  <a:pt x="673551" y="64540"/>
                </a:moveTo>
                <a:cubicBezTo>
                  <a:pt x="666444" y="65814"/>
                  <a:pt x="646487" y="69292"/>
                  <a:pt x="635196" y="71487"/>
                </a:cubicBezTo>
                <a:cubicBezTo>
                  <a:pt x="633898" y="71529"/>
                  <a:pt x="665234" y="65873"/>
                  <a:pt x="673551" y="64540"/>
                </a:cubicBezTo>
                <a:close/>
                <a:moveTo>
                  <a:pt x="1027543" y="1122166"/>
                </a:moveTo>
                <a:cubicBezTo>
                  <a:pt x="1033914" y="1122067"/>
                  <a:pt x="1030573" y="1121991"/>
                  <a:pt x="1025736" y="1121954"/>
                </a:cubicBezTo>
                <a:cubicBezTo>
                  <a:pt x="1020602" y="1121917"/>
                  <a:pt x="1013802" y="1121893"/>
                  <a:pt x="1015128" y="1122030"/>
                </a:cubicBezTo>
                <a:cubicBezTo>
                  <a:pt x="1015402" y="1122044"/>
                  <a:pt x="1022344" y="1122136"/>
                  <a:pt x="1025736" y="1122158"/>
                </a:cubicBezTo>
                <a:cubicBezTo>
                  <a:pt x="1026736" y="1122164"/>
                  <a:pt x="1027426" y="1122167"/>
                  <a:pt x="1027543" y="1122166"/>
                </a:cubicBezTo>
                <a:close/>
                <a:moveTo>
                  <a:pt x="2902" y="514584"/>
                </a:moveTo>
                <a:cubicBezTo>
                  <a:pt x="1651" y="524153"/>
                  <a:pt x="6273" y="493865"/>
                  <a:pt x="4824" y="502171"/>
                </a:cubicBezTo>
                <a:cubicBezTo>
                  <a:pt x="4694" y="502564"/>
                  <a:pt x="2910" y="514043"/>
                  <a:pt x="2902" y="514584"/>
                </a:cubicBezTo>
                <a:close/>
                <a:moveTo>
                  <a:pt x="47026" y="389360"/>
                </a:moveTo>
                <a:cubicBezTo>
                  <a:pt x="42856" y="395540"/>
                  <a:pt x="28943" y="423209"/>
                  <a:pt x="34469" y="412496"/>
                </a:cubicBezTo>
                <a:cubicBezTo>
                  <a:pt x="35120" y="410766"/>
                  <a:pt x="46653" y="389830"/>
                  <a:pt x="47026" y="389360"/>
                </a:cubicBezTo>
                <a:close/>
                <a:moveTo>
                  <a:pt x="1248916" y="9842"/>
                </a:moveTo>
                <a:cubicBezTo>
                  <a:pt x="1245090" y="9222"/>
                  <a:pt x="1267444" y="11823"/>
                  <a:pt x="1270597" y="12284"/>
                </a:cubicBezTo>
                <a:cubicBezTo>
                  <a:pt x="1271855" y="12438"/>
                  <a:pt x="1253941" y="10601"/>
                  <a:pt x="1248916" y="9842"/>
                </a:cubicBezTo>
                <a:close/>
                <a:moveTo>
                  <a:pt x="299522" y="955063"/>
                </a:moveTo>
                <a:cubicBezTo>
                  <a:pt x="306047" y="958709"/>
                  <a:pt x="323031" y="967782"/>
                  <a:pt x="326201" y="969225"/>
                </a:cubicBezTo>
                <a:cubicBezTo>
                  <a:pt x="317921" y="965074"/>
                  <a:pt x="297595" y="953748"/>
                  <a:pt x="299522" y="955063"/>
                </a:cubicBezTo>
                <a:close/>
                <a:moveTo>
                  <a:pt x="967959" y="1121224"/>
                </a:moveTo>
                <a:cubicBezTo>
                  <a:pt x="979356" y="1121914"/>
                  <a:pt x="998679" y="1122226"/>
                  <a:pt x="993909" y="1121744"/>
                </a:cubicBezTo>
                <a:cubicBezTo>
                  <a:pt x="972488" y="1121309"/>
                  <a:pt x="996574" y="1122246"/>
                  <a:pt x="967959" y="1121224"/>
                </a:cubicBezTo>
                <a:close/>
                <a:moveTo>
                  <a:pt x="177454" y="873781"/>
                </a:moveTo>
                <a:cubicBezTo>
                  <a:pt x="182053" y="877544"/>
                  <a:pt x="185871" y="880123"/>
                  <a:pt x="185346" y="879692"/>
                </a:cubicBezTo>
                <a:cubicBezTo>
                  <a:pt x="180340" y="875573"/>
                  <a:pt x="172954" y="869945"/>
                  <a:pt x="177454" y="873781"/>
                </a:cubicBezTo>
                <a:close/>
                <a:moveTo>
                  <a:pt x="580751" y="1065832"/>
                </a:moveTo>
                <a:cubicBezTo>
                  <a:pt x="581069" y="1066103"/>
                  <a:pt x="599511" y="1070824"/>
                  <a:pt x="597088" y="1070082"/>
                </a:cubicBezTo>
                <a:cubicBezTo>
                  <a:pt x="596258" y="1069859"/>
                  <a:pt x="580550" y="1065671"/>
                  <a:pt x="580751" y="1065832"/>
                </a:cubicBezTo>
                <a:close/>
                <a:moveTo>
                  <a:pt x="430397" y="124520"/>
                </a:moveTo>
                <a:cubicBezTo>
                  <a:pt x="422057" y="127244"/>
                  <a:pt x="447401" y="118577"/>
                  <a:pt x="455137" y="116310"/>
                </a:cubicBezTo>
                <a:cubicBezTo>
                  <a:pt x="458869" y="115217"/>
                  <a:pt x="431363" y="124119"/>
                  <a:pt x="430397" y="124520"/>
                </a:cubicBezTo>
                <a:close/>
                <a:moveTo>
                  <a:pt x="63808" y="751872"/>
                </a:moveTo>
                <a:cubicBezTo>
                  <a:pt x="62930" y="751302"/>
                  <a:pt x="80668" y="775885"/>
                  <a:pt x="73819" y="766085"/>
                </a:cubicBezTo>
                <a:cubicBezTo>
                  <a:pt x="72030" y="763656"/>
                  <a:pt x="63987" y="752109"/>
                  <a:pt x="63808" y="751872"/>
                </a:cubicBezTo>
                <a:close/>
                <a:moveTo>
                  <a:pt x="10418" y="474335"/>
                </a:moveTo>
                <a:cubicBezTo>
                  <a:pt x="8038" y="484284"/>
                  <a:pt x="11791" y="468339"/>
                  <a:pt x="17086" y="453166"/>
                </a:cubicBezTo>
                <a:cubicBezTo>
                  <a:pt x="22302" y="437895"/>
                  <a:pt x="28826" y="423595"/>
                  <a:pt x="24251" y="433852"/>
                </a:cubicBezTo>
                <a:cubicBezTo>
                  <a:pt x="23093" y="435062"/>
                  <a:pt x="10275" y="472443"/>
                  <a:pt x="10418" y="474335"/>
                </a:cubicBezTo>
                <a:close/>
                <a:moveTo>
                  <a:pt x="73193" y="350478"/>
                </a:moveTo>
                <a:cubicBezTo>
                  <a:pt x="71084" y="353262"/>
                  <a:pt x="71479" y="351445"/>
                  <a:pt x="80887" y="340210"/>
                </a:cubicBezTo>
                <a:cubicBezTo>
                  <a:pt x="82117" y="338736"/>
                  <a:pt x="76572" y="345814"/>
                  <a:pt x="77595" y="344616"/>
                </a:cubicBezTo>
                <a:cubicBezTo>
                  <a:pt x="78080" y="343612"/>
                  <a:pt x="98560" y="320038"/>
                  <a:pt x="99828" y="319041"/>
                </a:cubicBezTo>
                <a:cubicBezTo>
                  <a:pt x="100893" y="317879"/>
                  <a:pt x="99492" y="319110"/>
                  <a:pt x="100569" y="317928"/>
                </a:cubicBezTo>
                <a:cubicBezTo>
                  <a:pt x="101804" y="316471"/>
                  <a:pt x="115179" y="302889"/>
                  <a:pt x="122772" y="295890"/>
                </a:cubicBezTo>
                <a:cubicBezTo>
                  <a:pt x="136714" y="282919"/>
                  <a:pt x="138332" y="281683"/>
                  <a:pt x="139484" y="280606"/>
                </a:cubicBezTo>
                <a:cubicBezTo>
                  <a:pt x="142895" y="277647"/>
                  <a:pt x="149019" y="272570"/>
                  <a:pt x="156056" y="266921"/>
                </a:cubicBezTo>
                <a:cubicBezTo>
                  <a:pt x="191871" y="237130"/>
                  <a:pt x="252951" y="200351"/>
                  <a:pt x="286053" y="184500"/>
                </a:cubicBezTo>
                <a:cubicBezTo>
                  <a:pt x="257064" y="199121"/>
                  <a:pt x="229725" y="214998"/>
                  <a:pt x="202825" y="232996"/>
                </a:cubicBezTo>
                <a:cubicBezTo>
                  <a:pt x="210338" y="227216"/>
                  <a:pt x="163685" y="260648"/>
                  <a:pt x="190862" y="241024"/>
                </a:cubicBezTo>
                <a:cubicBezTo>
                  <a:pt x="175802" y="246826"/>
                  <a:pt x="76812" y="338074"/>
                  <a:pt x="73217" y="350447"/>
                </a:cubicBezTo>
                <a:cubicBezTo>
                  <a:pt x="73209" y="350458"/>
                  <a:pt x="73201" y="350468"/>
                  <a:pt x="73193" y="350478"/>
                </a:cubicBezTo>
                <a:close/>
                <a:moveTo>
                  <a:pt x="1140591" y="1119320"/>
                </a:moveTo>
                <a:cubicBezTo>
                  <a:pt x="1132150" y="1120187"/>
                  <a:pt x="1175618" y="1117229"/>
                  <a:pt x="1179175" y="1116477"/>
                </a:cubicBezTo>
                <a:cubicBezTo>
                  <a:pt x="1173523" y="1116973"/>
                  <a:pt x="1141678" y="1119288"/>
                  <a:pt x="1140591" y="1119320"/>
                </a:cubicBezTo>
                <a:close/>
                <a:moveTo>
                  <a:pt x="939808" y="1121312"/>
                </a:moveTo>
                <a:cubicBezTo>
                  <a:pt x="935743" y="1121147"/>
                  <a:pt x="932036" y="1121595"/>
                  <a:pt x="910782" y="1120030"/>
                </a:cubicBezTo>
                <a:cubicBezTo>
                  <a:pt x="910762" y="1120030"/>
                  <a:pt x="910743" y="1120028"/>
                  <a:pt x="910723" y="1120027"/>
                </a:cubicBezTo>
                <a:cubicBezTo>
                  <a:pt x="904519" y="1119555"/>
                  <a:pt x="911602" y="1119876"/>
                  <a:pt x="910469" y="1119757"/>
                </a:cubicBezTo>
                <a:cubicBezTo>
                  <a:pt x="910044" y="1119727"/>
                  <a:pt x="890741" y="1118169"/>
                  <a:pt x="906793" y="1119197"/>
                </a:cubicBezTo>
                <a:cubicBezTo>
                  <a:pt x="931334" y="1120643"/>
                  <a:pt x="909086" y="1119755"/>
                  <a:pt x="922161" y="1120530"/>
                </a:cubicBezTo>
                <a:cubicBezTo>
                  <a:pt x="923724" y="1120660"/>
                  <a:pt x="948348" y="1121570"/>
                  <a:pt x="946933" y="1121411"/>
                </a:cubicBezTo>
                <a:cubicBezTo>
                  <a:pt x="946784" y="1121400"/>
                  <a:pt x="939362" y="1121127"/>
                  <a:pt x="938141" y="1121039"/>
                </a:cubicBezTo>
                <a:cubicBezTo>
                  <a:pt x="933527" y="1120717"/>
                  <a:pt x="935785" y="1120660"/>
                  <a:pt x="935133" y="1120619"/>
                </a:cubicBezTo>
                <a:cubicBezTo>
                  <a:pt x="933084" y="1120598"/>
                  <a:pt x="893928" y="1118508"/>
                  <a:pt x="888335" y="1117729"/>
                </a:cubicBezTo>
                <a:cubicBezTo>
                  <a:pt x="886472" y="1117760"/>
                  <a:pt x="950492" y="1121343"/>
                  <a:pt x="952995" y="1121209"/>
                </a:cubicBezTo>
                <a:cubicBezTo>
                  <a:pt x="954576" y="1121297"/>
                  <a:pt x="953890" y="1121732"/>
                  <a:pt x="955528" y="1121842"/>
                </a:cubicBezTo>
                <a:cubicBezTo>
                  <a:pt x="956370" y="1121939"/>
                  <a:pt x="982222" y="1122576"/>
                  <a:pt x="985509" y="1122646"/>
                </a:cubicBezTo>
                <a:cubicBezTo>
                  <a:pt x="986478" y="1122680"/>
                  <a:pt x="987217" y="1122709"/>
                  <a:pt x="987761" y="1122731"/>
                </a:cubicBezTo>
                <a:cubicBezTo>
                  <a:pt x="983862" y="1122528"/>
                  <a:pt x="1007189" y="1122942"/>
                  <a:pt x="1006485" y="1123064"/>
                </a:cubicBezTo>
                <a:cubicBezTo>
                  <a:pt x="1006070" y="1123140"/>
                  <a:pt x="990002" y="1122849"/>
                  <a:pt x="989437" y="1122811"/>
                </a:cubicBezTo>
                <a:cubicBezTo>
                  <a:pt x="989185" y="1122800"/>
                  <a:pt x="988966" y="1122789"/>
                  <a:pt x="988762" y="1122780"/>
                </a:cubicBezTo>
                <a:cubicBezTo>
                  <a:pt x="992144" y="1123195"/>
                  <a:pt x="937649" y="1121348"/>
                  <a:pt x="949404" y="1121979"/>
                </a:cubicBezTo>
                <a:cubicBezTo>
                  <a:pt x="933638" y="1121431"/>
                  <a:pt x="951650" y="1121709"/>
                  <a:pt x="939808" y="1121312"/>
                </a:cubicBezTo>
                <a:close/>
                <a:moveTo>
                  <a:pt x="864158" y="1116485"/>
                </a:moveTo>
                <a:cubicBezTo>
                  <a:pt x="865794" y="1116582"/>
                  <a:pt x="867431" y="1116676"/>
                  <a:pt x="869070" y="1116769"/>
                </a:cubicBezTo>
                <a:cubicBezTo>
                  <a:pt x="841365" y="1114523"/>
                  <a:pt x="809764" y="1110884"/>
                  <a:pt x="778272" y="1106537"/>
                </a:cubicBezTo>
                <a:cubicBezTo>
                  <a:pt x="770313" y="1105429"/>
                  <a:pt x="779434" y="1107005"/>
                  <a:pt x="769007" y="1105447"/>
                </a:cubicBezTo>
                <a:cubicBezTo>
                  <a:pt x="760553" y="1104177"/>
                  <a:pt x="751298" y="1102481"/>
                  <a:pt x="755877" y="1103119"/>
                </a:cubicBezTo>
                <a:cubicBezTo>
                  <a:pt x="756990" y="1103288"/>
                  <a:pt x="774142" y="1105989"/>
                  <a:pt x="782624" y="1107091"/>
                </a:cubicBezTo>
                <a:cubicBezTo>
                  <a:pt x="807875" y="1110369"/>
                  <a:pt x="801574" y="1109213"/>
                  <a:pt x="803040" y="1109415"/>
                </a:cubicBezTo>
                <a:cubicBezTo>
                  <a:pt x="804652" y="1109622"/>
                  <a:pt x="820729" y="1111718"/>
                  <a:pt x="829337" y="1112618"/>
                </a:cubicBezTo>
                <a:cubicBezTo>
                  <a:pt x="851130" y="1114888"/>
                  <a:pt x="861463" y="1115790"/>
                  <a:pt x="891275" y="1118257"/>
                </a:cubicBezTo>
                <a:cubicBezTo>
                  <a:pt x="873952" y="1117101"/>
                  <a:pt x="883474" y="1118243"/>
                  <a:pt x="864158" y="1116485"/>
                </a:cubicBezTo>
                <a:close/>
                <a:moveTo>
                  <a:pt x="10028" y="635850"/>
                </a:moveTo>
                <a:cubicBezTo>
                  <a:pt x="9530" y="634864"/>
                  <a:pt x="5479" y="616904"/>
                  <a:pt x="4459" y="610298"/>
                </a:cubicBezTo>
                <a:cubicBezTo>
                  <a:pt x="4659" y="611336"/>
                  <a:pt x="8181" y="629388"/>
                  <a:pt x="10028" y="635850"/>
                </a:cubicBezTo>
                <a:close/>
                <a:moveTo>
                  <a:pt x="1976734" y="336431"/>
                </a:moveTo>
                <a:cubicBezTo>
                  <a:pt x="1973432" y="331949"/>
                  <a:pt x="1997692" y="366426"/>
                  <a:pt x="1991473" y="357223"/>
                </a:cubicBezTo>
                <a:cubicBezTo>
                  <a:pt x="1990207" y="355120"/>
                  <a:pt x="1980068" y="340672"/>
                  <a:pt x="1976734" y="336431"/>
                </a:cubicBezTo>
                <a:close/>
                <a:moveTo>
                  <a:pt x="2051830" y="510069"/>
                </a:moveTo>
                <a:cubicBezTo>
                  <a:pt x="2052802" y="515715"/>
                  <a:pt x="2049484" y="492902"/>
                  <a:pt x="2049083" y="493021"/>
                </a:cubicBezTo>
                <a:cubicBezTo>
                  <a:pt x="2049114" y="493047"/>
                  <a:pt x="2051830" y="509323"/>
                  <a:pt x="2051830" y="510069"/>
                </a:cubicBezTo>
                <a:close/>
                <a:moveTo>
                  <a:pt x="514231" y="1047562"/>
                </a:moveTo>
                <a:cubicBezTo>
                  <a:pt x="513204" y="1047266"/>
                  <a:pt x="498713" y="1042483"/>
                  <a:pt x="498284" y="1042306"/>
                </a:cubicBezTo>
                <a:cubicBezTo>
                  <a:pt x="488691" y="1038977"/>
                  <a:pt x="536588" y="1054524"/>
                  <a:pt x="514231" y="1047562"/>
                </a:cubicBezTo>
                <a:close/>
                <a:moveTo>
                  <a:pt x="2003340" y="733621"/>
                </a:moveTo>
                <a:cubicBezTo>
                  <a:pt x="2013603" y="716713"/>
                  <a:pt x="1981827" y="767158"/>
                  <a:pt x="1991766" y="751918"/>
                </a:cubicBezTo>
                <a:cubicBezTo>
                  <a:pt x="1992399" y="751193"/>
                  <a:pt x="2002970" y="734471"/>
                  <a:pt x="2003340" y="733621"/>
                </a:cubicBezTo>
                <a:close/>
                <a:moveTo>
                  <a:pt x="1954851" y="800462"/>
                </a:moveTo>
                <a:cubicBezTo>
                  <a:pt x="1958092" y="796888"/>
                  <a:pt x="1971333" y="780682"/>
                  <a:pt x="1971333" y="780381"/>
                </a:cubicBezTo>
                <a:cubicBezTo>
                  <a:pt x="1971595" y="780010"/>
                  <a:pt x="1956394" y="798533"/>
                  <a:pt x="1954851" y="800462"/>
                </a:cubicBezTo>
                <a:close/>
                <a:moveTo>
                  <a:pt x="173758" y="871869"/>
                </a:moveTo>
                <a:cubicBezTo>
                  <a:pt x="175251" y="873547"/>
                  <a:pt x="154312" y="855671"/>
                  <a:pt x="147449" y="849212"/>
                </a:cubicBezTo>
                <a:cubicBezTo>
                  <a:pt x="145952" y="847632"/>
                  <a:pt x="166089" y="865824"/>
                  <a:pt x="173758" y="871869"/>
                </a:cubicBezTo>
                <a:close/>
                <a:moveTo>
                  <a:pt x="317849" y="966565"/>
                </a:moveTo>
                <a:cubicBezTo>
                  <a:pt x="217815" y="909656"/>
                  <a:pt x="239447" y="922773"/>
                  <a:pt x="323999" y="969634"/>
                </a:cubicBezTo>
                <a:cubicBezTo>
                  <a:pt x="324050" y="969849"/>
                  <a:pt x="324293" y="969937"/>
                  <a:pt x="317849" y="966565"/>
                </a:cubicBezTo>
                <a:close/>
                <a:moveTo>
                  <a:pt x="193215" y="887510"/>
                </a:moveTo>
                <a:cubicBezTo>
                  <a:pt x="196649" y="889963"/>
                  <a:pt x="207211" y="897931"/>
                  <a:pt x="214337" y="902994"/>
                </a:cubicBezTo>
                <a:cubicBezTo>
                  <a:pt x="212971" y="902218"/>
                  <a:pt x="198339" y="891480"/>
                  <a:pt x="193215" y="887510"/>
                </a:cubicBezTo>
                <a:close/>
                <a:moveTo>
                  <a:pt x="1944665" y="297682"/>
                </a:moveTo>
                <a:cubicBezTo>
                  <a:pt x="1949897" y="302508"/>
                  <a:pt x="1970716" y="327759"/>
                  <a:pt x="1966811" y="323382"/>
                </a:cubicBezTo>
                <a:cubicBezTo>
                  <a:pt x="1966225" y="322202"/>
                  <a:pt x="1942844" y="295586"/>
                  <a:pt x="1944665" y="297682"/>
                </a:cubicBezTo>
                <a:close/>
                <a:moveTo>
                  <a:pt x="505017" y="1044837"/>
                </a:moveTo>
                <a:cubicBezTo>
                  <a:pt x="507524" y="1046031"/>
                  <a:pt x="474714" y="1034833"/>
                  <a:pt x="472297" y="1033788"/>
                </a:cubicBezTo>
                <a:cubicBezTo>
                  <a:pt x="462239" y="1030054"/>
                  <a:pt x="502446" y="1044236"/>
                  <a:pt x="505017" y="1044837"/>
                </a:cubicBezTo>
                <a:close/>
                <a:moveTo>
                  <a:pt x="62262" y="751557"/>
                </a:moveTo>
                <a:cubicBezTo>
                  <a:pt x="58577" y="746487"/>
                  <a:pt x="49337" y="731581"/>
                  <a:pt x="43971" y="721676"/>
                </a:cubicBezTo>
                <a:cubicBezTo>
                  <a:pt x="46518" y="726195"/>
                  <a:pt x="56765" y="743535"/>
                  <a:pt x="62262" y="751557"/>
                </a:cubicBezTo>
                <a:close/>
                <a:moveTo>
                  <a:pt x="112588" y="815129"/>
                </a:moveTo>
                <a:cubicBezTo>
                  <a:pt x="112045" y="814637"/>
                  <a:pt x="101620" y="803059"/>
                  <a:pt x="101228" y="802513"/>
                </a:cubicBezTo>
                <a:cubicBezTo>
                  <a:pt x="92805" y="792892"/>
                  <a:pt x="122370" y="825643"/>
                  <a:pt x="112588" y="815129"/>
                </a:cubicBezTo>
                <a:close/>
                <a:moveTo>
                  <a:pt x="1197609" y="3706"/>
                </a:moveTo>
                <a:cubicBezTo>
                  <a:pt x="1198131" y="3734"/>
                  <a:pt x="1209823" y="4724"/>
                  <a:pt x="1210224" y="4774"/>
                </a:cubicBezTo>
                <a:cubicBezTo>
                  <a:pt x="1220646" y="5780"/>
                  <a:pt x="1185550" y="2816"/>
                  <a:pt x="1197609" y="3706"/>
                </a:cubicBezTo>
                <a:close/>
              </a:path>
            </a:pathLst>
          </a:custGeom>
          <a:solidFill>
            <a:schemeClr val="accent6"/>
          </a:solidFill>
          <a:ln w="15376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 sz="8573"/>
          </a:p>
        </p:txBody>
      </p:sp>
      <p:sp>
        <p:nvSpPr>
          <p:cNvPr id="409" name="Text Placeholder 2">
            <a:extLst>
              <a:ext uri="{FF2B5EF4-FFF2-40B4-BE49-F238E27FC236}">
                <a16:creationId xmlns:a16="http://schemas.microsoft.com/office/drawing/2014/main" id="{583953AA-B623-5B0B-EEA0-2B497B2AB852}"/>
              </a:ext>
            </a:extLst>
          </p:cNvPr>
          <p:cNvSpPr txBox="1">
            <a:spLocks/>
          </p:cNvSpPr>
          <p:nvPr>
            <p:custDataLst>
              <p:tags r:id="rId25"/>
            </p:custDataLst>
          </p:nvPr>
        </p:nvSpPr>
        <p:spPr bwMode="auto">
          <a:xfrm>
            <a:off x="2295525" y="1828800"/>
            <a:ext cx="20510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0" tIns="0" rIns="0" bIns="85725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600" b="1" i="1" dirty="0">
                <a:solidFill>
                  <a:schemeClr val="tx2"/>
                </a:solidFill>
                <a:effectLst/>
              </a:rPr>
              <a:t>High Potential with High Feasibility</a:t>
            </a:r>
            <a:endParaRPr lang="zh-CN" altLang="en-US" sz="1600" b="1" i="1" dirty="0">
              <a:solidFill>
                <a:schemeClr val="tx2"/>
              </a:solidFill>
            </a:endParaRPr>
          </a:p>
        </p:txBody>
      </p:sp>
      <p:sp>
        <p:nvSpPr>
          <p:cNvPr id="634" name="Text Placeholder 2">
            <a:extLst>
              <a:ext uri="{FF2B5EF4-FFF2-40B4-BE49-F238E27FC236}">
                <a16:creationId xmlns:a16="http://schemas.microsoft.com/office/drawing/2014/main" id="{40E56D70-904A-69B7-1FB0-E5689428B0C8}"/>
              </a:ext>
            </a:extLst>
          </p:cNvPr>
          <p:cNvSpPr txBox="1">
            <a:spLocks/>
          </p:cNvSpPr>
          <p:nvPr>
            <p:custDataLst>
              <p:tags r:id="rId26"/>
            </p:custDataLst>
          </p:nvPr>
        </p:nvSpPr>
        <p:spPr bwMode="auto">
          <a:xfrm>
            <a:off x="1385888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22E2790A-0774-4444-BFD1-97C3B8B5C4E7}" type="datetime'''''''''''2''''''''''''''0''''''''''''''''''''''''22'''''">
              <a:rPr lang="zh-CN" altLang="en-US" sz="1200" smtClean="0"/>
              <a:pPr/>
              <a:t>2022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636" name="Text Placeholder 2">
            <a:extLst>
              <a:ext uri="{FF2B5EF4-FFF2-40B4-BE49-F238E27FC236}">
                <a16:creationId xmlns:a16="http://schemas.microsoft.com/office/drawing/2014/main" id="{41F6BDD7-0522-E9F6-272D-5C0011F2B628}"/>
              </a:ext>
            </a:extLst>
          </p:cNvPr>
          <p:cNvSpPr txBox="1">
            <a:spLocks/>
          </p:cNvSpPr>
          <p:nvPr>
            <p:custDataLst>
              <p:tags r:id="rId27"/>
            </p:custDataLst>
          </p:nvPr>
        </p:nvSpPr>
        <p:spPr bwMode="auto">
          <a:xfrm>
            <a:off x="2327275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F328C9B7-975B-4F68-A62E-CC4988919538}" type="datetime'''''''2''''''''''''''0''''''''2''''3'''''''''''''''">
              <a:rPr lang="zh-CN" altLang="en-US" sz="1200" smtClean="0"/>
              <a:pPr/>
              <a:t>2023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611" name="Text Placeholder 2">
            <a:extLst>
              <a:ext uri="{FF2B5EF4-FFF2-40B4-BE49-F238E27FC236}">
                <a16:creationId xmlns:a16="http://schemas.microsoft.com/office/drawing/2014/main" id="{6EA8613B-B808-4FE5-CEDD-7BEF38D90258}"/>
              </a:ext>
            </a:extLst>
          </p:cNvPr>
          <p:cNvSpPr txBox="1">
            <a:spLocks/>
          </p:cNvSpPr>
          <p:nvPr>
            <p:custDataLst>
              <p:tags r:id="rId28"/>
            </p:custDataLst>
          </p:nvPr>
        </p:nvSpPr>
        <p:spPr bwMode="auto">
          <a:xfrm>
            <a:off x="3268663" y="4578350"/>
            <a:ext cx="944563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FF174FC7-B48E-4B5D-ABC4-3BF11E7BB261}" type="datetime'''''''20''2''''''''''''''''''''''''''''4'''">
              <a:rPr lang="zh-CN" altLang="en-US" sz="1200" smtClean="0"/>
              <a:pPr/>
              <a:t>2024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83" name="Text Placeholder 2">
            <a:extLst>
              <a:ext uri="{FF2B5EF4-FFF2-40B4-BE49-F238E27FC236}">
                <a16:creationId xmlns:a16="http://schemas.microsoft.com/office/drawing/2014/main" id="{38E825AF-05A9-44CF-F03C-ADA257C6F473}"/>
              </a:ext>
            </a:extLst>
          </p:cNvPr>
          <p:cNvSpPr txBox="1">
            <a:spLocks/>
          </p:cNvSpPr>
          <p:nvPr>
            <p:custDataLst>
              <p:tags r:id="rId29"/>
            </p:custDataLst>
          </p:nvPr>
        </p:nvSpPr>
        <p:spPr bwMode="auto">
          <a:xfrm>
            <a:off x="4213225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32CB3DD1-8072-4D30-9945-E16B1BD46DE0}" type="datetime'2''''0''''2''''''''''''''''''''''''''''''''''''''5'">
              <a:rPr lang="zh-CN" altLang="en-US" sz="1200" smtClean="0"/>
              <a:pPr/>
              <a:t>2025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73" name="Text Placeholder 2">
            <a:extLst>
              <a:ext uri="{FF2B5EF4-FFF2-40B4-BE49-F238E27FC236}">
                <a16:creationId xmlns:a16="http://schemas.microsoft.com/office/drawing/2014/main" id="{F3A9DC48-1AE7-0EB8-60B6-8442179C1666}"/>
              </a:ext>
            </a:extLst>
          </p:cNvPr>
          <p:cNvSpPr txBox="1">
            <a:spLocks/>
          </p:cNvSpPr>
          <p:nvPr>
            <p:custDataLst>
              <p:tags r:id="rId30"/>
            </p:custDataLst>
          </p:nvPr>
        </p:nvSpPr>
        <p:spPr bwMode="auto">
          <a:xfrm>
            <a:off x="5154613" y="4578350"/>
            <a:ext cx="941388" cy="206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20638" rIns="0" bIns="20638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E63BED54-93D0-4CC0-91F3-90A1E829831C}" type="datetime'''''''''''''''''''''''2''''''''''0''''''2''''''''''''''''''6'">
              <a:rPr lang="zh-CN" altLang="en-US" sz="1200" smtClean="0"/>
              <a:pPr/>
              <a:t>2026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cxnSp>
        <p:nvCxnSpPr>
          <p:cNvPr id="470" name="直线连接符 469">
            <a:extLst>
              <a:ext uri="{FF2B5EF4-FFF2-40B4-BE49-F238E27FC236}">
                <a16:creationId xmlns:a16="http://schemas.microsoft.com/office/drawing/2014/main" id="{99E42BED-9407-E9E2-C62A-A546763134DD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6096000" y="4784725"/>
            <a:ext cx="0" cy="162401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9" name="直线连接符 468">
            <a:extLst>
              <a:ext uri="{FF2B5EF4-FFF2-40B4-BE49-F238E27FC236}">
                <a16:creationId xmlns:a16="http://schemas.microsoft.com/office/drawing/2014/main" id="{0DECDC8B-6106-1C47-D2E7-94B4027D6836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1385888" y="4784725"/>
            <a:ext cx="0" cy="162401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8" name="直线连接符 637">
            <a:extLst>
              <a:ext uri="{FF2B5EF4-FFF2-40B4-BE49-F238E27FC236}">
                <a16:creationId xmlns:a16="http://schemas.microsoft.com/office/drawing/2014/main" id="{F5994A80-CE9B-75DB-2E86-6173697BF9CA}"/>
              </a:ext>
            </a:extLst>
          </p:cNvPr>
          <p:cNvCxnSpPr/>
          <p:nvPr>
            <p:custDataLst>
              <p:tags r:id="rId33"/>
            </p:custDataLst>
          </p:nvPr>
        </p:nvCxnSpPr>
        <p:spPr bwMode="auto">
          <a:xfrm>
            <a:off x="5154613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7" name="直线连接符 636">
            <a:extLst>
              <a:ext uri="{FF2B5EF4-FFF2-40B4-BE49-F238E27FC236}">
                <a16:creationId xmlns:a16="http://schemas.microsoft.com/office/drawing/2014/main" id="{0673AEAF-DEF7-8E96-03F6-2CF141BC0B14}"/>
              </a:ext>
            </a:extLst>
          </p:cNvPr>
          <p:cNvCxnSpPr/>
          <p:nvPr>
            <p:custDataLst>
              <p:tags r:id="rId34"/>
            </p:custDataLst>
          </p:nvPr>
        </p:nvCxnSpPr>
        <p:spPr bwMode="auto">
          <a:xfrm>
            <a:off x="4213225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6" name="直线连接符 625">
            <a:extLst>
              <a:ext uri="{FF2B5EF4-FFF2-40B4-BE49-F238E27FC236}">
                <a16:creationId xmlns:a16="http://schemas.microsoft.com/office/drawing/2014/main" id="{57D68995-88E9-D719-2573-AF1100434C3F}"/>
              </a:ext>
            </a:extLst>
          </p:cNvPr>
          <p:cNvCxnSpPr/>
          <p:nvPr>
            <p:custDataLst>
              <p:tags r:id="rId35"/>
            </p:custDataLst>
          </p:nvPr>
        </p:nvCxnSpPr>
        <p:spPr bwMode="auto">
          <a:xfrm>
            <a:off x="3268663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5" name="直线连接符 624">
            <a:extLst>
              <a:ext uri="{FF2B5EF4-FFF2-40B4-BE49-F238E27FC236}">
                <a16:creationId xmlns:a16="http://schemas.microsoft.com/office/drawing/2014/main" id="{B9D91A25-784D-EE41-AEB9-491DF1BD14AE}"/>
              </a:ext>
            </a:extLst>
          </p:cNvPr>
          <p:cNvCxnSpPr/>
          <p:nvPr>
            <p:custDataLst>
              <p:tags r:id="rId36"/>
            </p:custDataLst>
          </p:nvPr>
        </p:nvCxnSpPr>
        <p:spPr bwMode="auto">
          <a:xfrm>
            <a:off x="2327275" y="4784725"/>
            <a:ext cx="0" cy="16240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1" name="直线连接符 450">
            <a:extLst>
              <a:ext uri="{FF2B5EF4-FFF2-40B4-BE49-F238E27FC236}">
                <a16:creationId xmlns:a16="http://schemas.microsoft.com/office/drawing/2014/main" id="{162D3F14-2F96-B71C-7822-0F9A6FDA92AF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46075" y="5881688"/>
            <a:ext cx="574992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0" name="直线连接符 449">
            <a:extLst>
              <a:ext uri="{FF2B5EF4-FFF2-40B4-BE49-F238E27FC236}">
                <a16:creationId xmlns:a16="http://schemas.microsoft.com/office/drawing/2014/main" id="{50D5F0B1-08CD-4D51-A473-CDF553AF949F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346075" y="5270500"/>
            <a:ext cx="574992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2" name="直线连接符 471">
            <a:extLst>
              <a:ext uri="{FF2B5EF4-FFF2-40B4-BE49-F238E27FC236}">
                <a16:creationId xmlns:a16="http://schemas.microsoft.com/office/drawing/2014/main" id="{D4404316-9241-5A8C-8025-4527C11ACA27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46075" y="6408738"/>
            <a:ext cx="5749925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1" name="直线连接符 470">
            <a:extLst>
              <a:ext uri="{FF2B5EF4-FFF2-40B4-BE49-F238E27FC236}">
                <a16:creationId xmlns:a16="http://schemas.microsoft.com/office/drawing/2014/main" id="{2865DF40-51C2-8261-7375-3CBD9D971A1F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346075" y="4784725"/>
            <a:ext cx="5749925" cy="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7" name="Text Placeholder 2">
            <a:extLst>
              <a:ext uri="{FF2B5EF4-FFF2-40B4-BE49-F238E27FC236}">
                <a16:creationId xmlns:a16="http://schemas.microsoft.com/office/drawing/2014/main" id="{0F59F162-2335-AEDC-8322-07ADDB6943F5}"/>
              </a:ext>
            </a:extLst>
          </p:cNvPr>
          <p:cNvSpPr txBox="1">
            <a:spLocks/>
          </p:cNvSpPr>
          <p:nvPr>
            <p:custDataLst>
              <p:tags r:id="rId41"/>
            </p:custDataLst>
          </p:nvPr>
        </p:nvSpPr>
        <p:spPr bwMode="auto">
          <a:xfrm>
            <a:off x="1852613" y="5610225"/>
            <a:ext cx="376872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873" name="Text Placeholder 2">
            <a:extLst>
              <a:ext uri="{FF2B5EF4-FFF2-40B4-BE49-F238E27FC236}">
                <a16:creationId xmlns:a16="http://schemas.microsoft.com/office/drawing/2014/main" id="{B2236649-2FEC-789E-77A5-20628224EBCE}"/>
              </a:ext>
            </a:extLst>
          </p:cNvPr>
          <p:cNvSpPr txBox="1">
            <a:spLocks/>
          </p:cNvSpPr>
          <p:nvPr>
            <p:custDataLst>
              <p:tags r:id="rId42"/>
            </p:custDataLst>
          </p:nvPr>
        </p:nvSpPr>
        <p:spPr bwMode="auto">
          <a:xfrm>
            <a:off x="1385888" y="5318125"/>
            <a:ext cx="235267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879" name="Text Placeholder 2">
            <a:extLst>
              <a:ext uri="{FF2B5EF4-FFF2-40B4-BE49-F238E27FC236}">
                <a16:creationId xmlns:a16="http://schemas.microsoft.com/office/drawing/2014/main" id="{7A0C9566-7492-F67B-6E65-62A4EA7CAF1E}"/>
              </a:ext>
            </a:extLst>
          </p:cNvPr>
          <p:cNvSpPr txBox="1">
            <a:spLocks/>
          </p:cNvSpPr>
          <p:nvPr>
            <p:custDataLst>
              <p:tags r:id="rId43"/>
            </p:custDataLst>
          </p:nvPr>
        </p:nvSpPr>
        <p:spPr bwMode="auto">
          <a:xfrm>
            <a:off x="1385888" y="5905500"/>
            <a:ext cx="2117725" cy="247650"/>
          </a:xfrm>
          <a:prstGeom prst="homePlate">
            <a:avLst>
              <a:gd name="adj" fmla="val 17949"/>
            </a:avLst>
          </a:prstGeom>
          <a:solidFill>
            <a:schemeClr val="tx2"/>
          </a:solidFill>
          <a:ln w="9525" cmpd="sng">
            <a:solidFill>
              <a:schemeClr val="tx1"/>
            </a:solidFill>
            <a:prstDash val="solid"/>
          </a:ln>
          <a:effectLst/>
        </p:spPr>
        <p:txBody>
          <a:bodyPr vert="horz" wrap="none" lIns="90488" tIns="45720" rIns="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endParaRPr lang="zh-CN" altLang="en-US" sz="1400" dirty="0">
              <a:solidFill>
                <a:schemeClr val="bg1"/>
              </a:solidFill>
              <a:ea typeface="等线" panose="02010600030101010101" pitchFamily="2" charset="-122"/>
            </a:endParaRPr>
          </a:p>
        </p:txBody>
      </p:sp>
      <p:sp>
        <p:nvSpPr>
          <p:cNvPr id="423" name="Text Placeholder 2">
            <a:extLst>
              <a:ext uri="{FF2B5EF4-FFF2-40B4-BE49-F238E27FC236}">
                <a16:creationId xmlns:a16="http://schemas.microsoft.com/office/drawing/2014/main" id="{27BEE6AE-8967-FEB1-7E06-8F25E13CE875}"/>
              </a:ext>
            </a:extLst>
          </p:cNvPr>
          <p:cNvSpPr txBox="1">
            <a:spLocks/>
          </p:cNvSpPr>
          <p:nvPr>
            <p:custDataLst>
              <p:tags r:id="rId44"/>
            </p:custDataLst>
          </p:nvPr>
        </p:nvSpPr>
        <p:spPr bwMode="auto">
          <a:xfrm>
            <a:off x="346076" y="5946775"/>
            <a:ext cx="6397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OT: Chain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4" name="Text Placeholder 2">
            <a:extLst>
              <a:ext uri="{FF2B5EF4-FFF2-40B4-BE49-F238E27FC236}">
                <a16:creationId xmlns:a16="http://schemas.microsoft.com/office/drawing/2014/main" id="{C09F8A07-4C09-CFCF-66DE-13B65BB42FFF}"/>
              </a:ext>
            </a:extLst>
          </p:cNvPr>
          <p:cNvSpPr txBox="1">
            <a:spLocks/>
          </p:cNvSpPr>
          <p:nvPr>
            <p:custDataLst>
              <p:tags r:id="rId45"/>
            </p:custDataLst>
          </p:nvPr>
        </p:nvSpPr>
        <p:spPr bwMode="auto">
          <a:xfrm>
            <a:off x="346076" y="6186488"/>
            <a:ext cx="9683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OT: Non-Chain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5" name="Text Placeholder 2">
            <a:extLst>
              <a:ext uri="{FF2B5EF4-FFF2-40B4-BE49-F238E27FC236}">
                <a16:creationId xmlns:a16="http://schemas.microsoft.com/office/drawing/2014/main" id="{F95A13ED-0DE1-B299-B9A4-D6B1BCD11C4E}"/>
              </a:ext>
            </a:extLst>
          </p:cNvPr>
          <p:cNvSpPr txBox="1">
            <a:spLocks/>
          </p:cNvSpPr>
          <p:nvPr>
            <p:custDataLst>
              <p:tags r:id="rId46"/>
            </p:custDataLst>
          </p:nvPr>
        </p:nvSpPr>
        <p:spPr bwMode="auto">
          <a:xfrm>
            <a:off x="346075" y="4572000"/>
            <a:ext cx="668338" cy="192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b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400" b="1" dirty="0">
                <a:effectLst/>
                <a:ea typeface="等线" panose="02010600030101010101" pitchFamily="2" charset="-122"/>
              </a:rPr>
              <a:t>Strategy</a:t>
            </a:r>
            <a:endParaRPr lang="zh-CN" altLang="en-US" sz="1400" b="1" dirty="0">
              <a:ea typeface="等线" panose="02010600030101010101" pitchFamily="2" charset="-122"/>
            </a:endParaRPr>
          </a:p>
        </p:txBody>
      </p:sp>
      <p:sp>
        <p:nvSpPr>
          <p:cNvPr id="422" name="Text Placeholder 2">
            <a:extLst>
              <a:ext uri="{FF2B5EF4-FFF2-40B4-BE49-F238E27FC236}">
                <a16:creationId xmlns:a16="http://schemas.microsoft.com/office/drawing/2014/main" id="{948E73B4-8684-395E-6293-5A7A14F201A8}"/>
              </a:ext>
            </a:extLst>
          </p:cNvPr>
          <p:cNvSpPr txBox="1">
            <a:spLocks/>
          </p:cNvSpPr>
          <p:nvPr>
            <p:custDataLst>
              <p:tags r:id="rId47"/>
            </p:custDataLst>
          </p:nvPr>
        </p:nvSpPr>
        <p:spPr bwMode="auto">
          <a:xfrm>
            <a:off x="346075" y="5651500"/>
            <a:ext cx="7683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TT: Low-Tier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1" name="Text Placeholder 2">
            <a:extLst>
              <a:ext uri="{FF2B5EF4-FFF2-40B4-BE49-F238E27FC236}">
                <a16:creationId xmlns:a16="http://schemas.microsoft.com/office/drawing/2014/main" id="{330DE370-EC10-A478-7805-2305AEE93496}"/>
              </a:ext>
            </a:extLst>
          </p:cNvPr>
          <p:cNvSpPr txBox="1">
            <a:spLocks/>
          </p:cNvSpPr>
          <p:nvPr>
            <p:custDataLst>
              <p:tags r:id="rId48"/>
            </p:custDataLst>
          </p:nvPr>
        </p:nvSpPr>
        <p:spPr bwMode="auto">
          <a:xfrm>
            <a:off x="346076" y="5359400"/>
            <a:ext cx="8032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TT: High-Tier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20" name="Text Placeholder 2">
            <a:extLst>
              <a:ext uri="{FF2B5EF4-FFF2-40B4-BE49-F238E27FC236}">
                <a16:creationId xmlns:a16="http://schemas.microsoft.com/office/drawing/2014/main" id="{40AEC62D-979F-5C06-58A3-2F3163516A48}"/>
              </a:ext>
            </a:extLst>
          </p:cNvPr>
          <p:cNvSpPr txBox="1">
            <a:spLocks/>
          </p:cNvSpPr>
          <p:nvPr>
            <p:custDataLst>
              <p:tags r:id="rId49"/>
            </p:custDataLst>
          </p:nvPr>
        </p:nvSpPr>
        <p:spPr bwMode="auto">
          <a:xfrm>
            <a:off x="346075" y="5081588"/>
            <a:ext cx="43973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MT: KA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418" name="Text Placeholder 2">
            <a:extLst>
              <a:ext uri="{FF2B5EF4-FFF2-40B4-BE49-F238E27FC236}">
                <a16:creationId xmlns:a16="http://schemas.microsoft.com/office/drawing/2014/main" id="{D540C750-3660-78EF-6063-9FC6A8EDC00B}"/>
              </a:ext>
            </a:extLst>
          </p:cNvPr>
          <p:cNvSpPr txBox="1">
            <a:spLocks/>
          </p:cNvSpPr>
          <p:nvPr>
            <p:custDataLst>
              <p:tags r:id="rId50"/>
            </p:custDataLst>
          </p:nvPr>
        </p:nvSpPr>
        <p:spPr bwMode="auto">
          <a:xfrm>
            <a:off x="346076" y="4841875"/>
            <a:ext cx="5381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sz="1200" dirty="0">
                <a:effectLst/>
                <a:ea typeface="等线" panose="02010600030101010101" pitchFamily="2" charset="-122"/>
              </a:rPr>
              <a:t>MT: CVS</a:t>
            </a:r>
            <a:endParaRPr lang="zh-CN" altLang="en-US" sz="1200" dirty="0">
              <a:ea typeface="等线" panose="02010600030101010101" pitchFamily="2" charset="-122"/>
            </a:endParaRPr>
          </a:p>
        </p:txBody>
      </p:sp>
      <p:graphicFrame>
        <p:nvGraphicFramePr>
          <p:cNvPr id="1461" name="Chart 3">
            <a:extLst>
              <a:ext uri="{FF2B5EF4-FFF2-40B4-BE49-F238E27FC236}">
                <a16:creationId xmlns:a16="http://schemas.microsoft.com/office/drawing/2014/main" id="{BC9210C9-491A-4FA8-EE13-5ECD17737BCE}"/>
              </a:ext>
            </a:extLst>
          </p:cNvPr>
          <p:cNvGraphicFramePr/>
          <p:nvPr>
            <p:custDataLst>
              <p:tags r:id="rId51"/>
            </p:custDataLst>
            <p:extLst>
              <p:ext uri="{D42A27DB-BD31-4B8C-83A1-F6EECF244321}">
                <p14:modId xmlns:p14="http://schemas.microsoft.com/office/powerpoint/2010/main" val="1424899395"/>
              </p:ext>
            </p:extLst>
          </p:nvPr>
        </p:nvGraphicFramePr>
        <p:xfrm>
          <a:off x="6280150" y="1336675"/>
          <a:ext cx="5681663" cy="3168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1"/>
          </a:graphicData>
        </a:graphic>
      </p:graphicFrame>
      <p:sp>
        <p:nvSpPr>
          <p:cNvPr id="1125" name="Text Placeholder 2">
            <a:extLst>
              <a:ext uri="{FF2B5EF4-FFF2-40B4-BE49-F238E27FC236}">
                <a16:creationId xmlns:a16="http://schemas.microsoft.com/office/drawing/2014/main" id="{9D723BC1-5957-0DFD-E36D-96BBBF8BEDFF}"/>
              </a:ext>
            </a:extLst>
          </p:cNvPr>
          <p:cNvSpPr txBox="1">
            <a:spLocks/>
          </p:cNvSpPr>
          <p:nvPr>
            <p:custDataLst>
              <p:tags r:id="rId52"/>
            </p:custDataLst>
          </p:nvPr>
        </p:nvSpPr>
        <p:spPr bwMode="auto">
          <a:xfrm>
            <a:off x="693578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D40D4E2-2DB3-4785-AEA8-8E03AB3097E0}" type="datetime'''''2''''''''''''''''''0''''''''2''''''''''1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2021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26" name="Text Placeholder 2">
            <a:extLst>
              <a:ext uri="{FF2B5EF4-FFF2-40B4-BE49-F238E27FC236}">
                <a16:creationId xmlns:a16="http://schemas.microsoft.com/office/drawing/2014/main" id="{54F3EAA0-539B-4C5D-6D25-ED3266D12DAD}"/>
              </a:ext>
            </a:extLst>
          </p:cNvPr>
          <p:cNvSpPr txBox="1">
            <a:spLocks/>
          </p:cNvSpPr>
          <p:nvPr>
            <p:custDataLst>
              <p:tags r:id="rId53"/>
            </p:custDataLst>
          </p:nvPr>
        </p:nvSpPr>
        <p:spPr bwMode="auto">
          <a:xfrm>
            <a:off x="772636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012C4D9-C1DB-434C-B75D-8510A0DE53AD}" type="datetime'''''''''''''''''20''''''''''''''''2''''2''''''''''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2022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27" name="Text Placeholder 2">
            <a:extLst>
              <a:ext uri="{FF2B5EF4-FFF2-40B4-BE49-F238E27FC236}">
                <a16:creationId xmlns:a16="http://schemas.microsoft.com/office/drawing/2014/main" id="{EE1DBB6B-0290-1A53-6CF0-D2EB1B679D86}"/>
              </a:ext>
            </a:extLst>
          </p:cNvPr>
          <p:cNvSpPr txBox="1">
            <a:spLocks/>
          </p:cNvSpPr>
          <p:nvPr>
            <p:custDataLst>
              <p:tags r:id="rId54"/>
            </p:custDataLst>
          </p:nvPr>
        </p:nvSpPr>
        <p:spPr bwMode="auto">
          <a:xfrm>
            <a:off x="851693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BCCE566B-72E1-41E0-8ECF-3E7D77BA4937}" type="datetime'''''20''2''3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2023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62" name="Text Placeholder 2">
            <a:extLst>
              <a:ext uri="{FF2B5EF4-FFF2-40B4-BE49-F238E27FC236}">
                <a16:creationId xmlns:a16="http://schemas.microsoft.com/office/drawing/2014/main" id="{00296AC3-9DB6-3332-362E-006EDB2C5AED}"/>
              </a:ext>
            </a:extLst>
          </p:cNvPr>
          <p:cNvSpPr txBox="1">
            <a:spLocks/>
          </p:cNvSpPr>
          <p:nvPr>
            <p:custDataLst>
              <p:tags r:id="rId55"/>
            </p:custDataLst>
          </p:nvPr>
        </p:nvSpPr>
        <p:spPr bwMode="auto">
          <a:xfrm>
            <a:off x="930751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C3FEE6F8-EF86-45C4-B4E0-11B8D13CC045}" type="datetime'''20''''''''''''''''''''''''2''''''''''''4'''''''''''">
              <a:rPr lang="zh-CN" altLang="en-US" sz="1200" smtClean="0">
                <a:ea typeface="等线" panose="02010600030101010101" pitchFamily="2" charset="-122"/>
              </a:rPr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2024</a:t>
            </a:fld>
            <a:endParaRPr lang="zh-CN" altLang="en-US" sz="1200" dirty="0">
              <a:ea typeface="等线" panose="02010600030101010101" pitchFamily="2" charset="-122"/>
            </a:endParaRPr>
          </a:p>
        </p:txBody>
      </p:sp>
      <p:sp>
        <p:nvSpPr>
          <p:cNvPr id="1164" name="Text Placeholder 2">
            <a:extLst>
              <a:ext uri="{FF2B5EF4-FFF2-40B4-BE49-F238E27FC236}">
                <a16:creationId xmlns:a16="http://schemas.microsoft.com/office/drawing/2014/main" id="{DB34465B-EF3D-6C7B-13D6-21AD472535DB}"/>
              </a:ext>
            </a:extLst>
          </p:cNvPr>
          <p:cNvSpPr txBox="1">
            <a:spLocks/>
          </p:cNvSpPr>
          <p:nvPr>
            <p:custDataLst>
              <p:tags r:id="rId56"/>
            </p:custDataLst>
          </p:nvPr>
        </p:nvSpPr>
        <p:spPr bwMode="auto">
          <a:xfrm>
            <a:off x="10098088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A0CA7715-DE7D-42AA-ACBE-FA3D64F688F5}" type="datetime'''''''''''''''2''0''2''''''''''''5'''''''''">
              <a:rPr lang="zh-CN" altLang="en-US" sz="1200" smtClean="0"/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2025</a:t>
            </a:fld>
            <a:endParaRPr lang="zh-CN" altLang="en-US" sz="1200" dirty="0"/>
          </a:p>
        </p:txBody>
      </p:sp>
      <p:sp>
        <p:nvSpPr>
          <p:cNvPr id="1165" name="Text Placeholder 2">
            <a:extLst>
              <a:ext uri="{FF2B5EF4-FFF2-40B4-BE49-F238E27FC236}">
                <a16:creationId xmlns:a16="http://schemas.microsoft.com/office/drawing/2014/main" id="{8843140D-705A-7AD0-2635-E42899E50834}"/>
              </a:ext>
            </a:extLst>
          </p:cNvPr>
          <p:cNvSpPr txBox="1">
            <a:spLocks/>
          </p:cNvSpPr>
          <p:nvPr>
            <p:custDataLst>
              <p:tags r:id="rId57"/>
            </p:custDataLst>
          </p:nvPr>
        </p:nvSpPr>
        <p:spPr bwMode="auto">
          <a:xfrm>
            <a:off x="10888663" y="4289425"/>
            <a:ext cx="336550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ct val="0"/>
              </a:spcBef>
              <a:spcAft>
                <a:spcPct val="0"/>
              </a:spcAft>
              <a:buNone/>
            </a:pPr>
            <a:fld id="{404DAC11-1198-49F1-B107-8B33A95FEE19}" type="datetime'''''''''''2''''''''0''''''2''''''''''''''''''6'''''''''''''''">
              <a:rPr lang="zh-CN" altLang="en-US" sz="1200" smtClean="0"/>
              <a:pPr marL="0" indent="0" algn="ctr">
                <a:spcBef>
                  <a:spcPct val="0"/>
                </a:spcBef>
                <a:spcAft>
                  <a:spcPct val="0"/>
                </a:spcAft>
                <a:buNone/>
              </a:pPr>
              <a:t>2026</a:t>
            </a:fld>
            <a:endParaRPr lang="zh-CN" altLang="en-US" sz="1200" dirty="0"/>
          </a:p>
        </p:txBody>
      </p:sp>
      <p:cxnSp>
        <p:nvCxnSpPr>
          <p:cNvPr id="1135" name="直线连接符 1134">
            <a:extLst>
              <a:ext uri="{FF2B5EF4-FFF2-40B4-BE49-F238E27FC236}">
                <a16:creationId xmlns:a16="http://schemas.microsoft.com/office/drawing/2014/main" id="{E54B8E9A-0369-E729-BFD5-F64955D65270}"/>
              </a:ext>
            </a:extLst>
          </p:cNvPr>
          <p:cNvCxnSpPr/>
          <p:nvPr>
            <p:custDataLst>
              <p:tags r:id="rId58"/>
            </p:custDataLst>
          </p:nvPr>
        </p:nvCxnSpPr>
        <p:spPr bwMode="gray">
          <a:xfrm>
            <a:off x="6978650" y="1682750"/>
            <a:ext cx="185738" cy="0"/>
          </a:xfrm>
          <a:prstGeom prst="line">
            <a:avLst/>
          </a:prstGeom>
          <a:ln w="28575" cap="rnd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6" name="矩形 1135">
            <a:extLst>
              <a:ext uri="{FF2B5EF4-FFF2-40B4-BE49-F238E27FC236}">
                <a16:creationId xmlns:a16="http://schemas.microsoft.com/office/drawing/2014/main" id="{B4EBF83E-53B7-198B-3AAA-613E5728C420}"/>
              </a:ext>
            </a:extLst>
          </p:cNvPr>
          <p:cNvSpPr/>
          <p:nvPr>
            <p:custDataLst>
              <p:tags r:id="rId59"/>
            </p:custDataLst>
          </p:nvPr>
        </p:nvSpPr>
        <p:spPr bwMode="auto">
          <a:xfrm>
            <a:off x="6964363" y="1827213"/>
            <a:ext cx="214313" cy="160338"/>
          </a:xfrm>
          <a:prstGeom prst="rect">
            <a:avLst/>
          </a:prstGeom>
          <a:solidFill>
            <a:srgbClr val="DBDBDB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37" name="矩形 1136">
            <a:extLst>
              <a:ext uri="{FF2B5EF4-FFF2-40B4-BE49-F238E27FC236}">
                <a16:creationId xmlns:a16="http://schemas.microsoft.com/office/drawing/2014/main" id="{62984847-EEC8-824B-B6B2-EF4BADBBDBB8}"/>
              </a:ext>
            </a:extLst>
          </p:cNvPr>
          <p:cNvSpPr/>
          <p:nvPr>
            <p:custDataLst>
              <p:tags r:id="rId60"/>
            </p:custDataLst>
          </p:nvPr>
        </p:nvSpPr>
        <p:spPr bwMode="auto">
          <a:xfrm>
            <a:off x="6964363" y="2051050"/>
            <a:ext cx="214313" cy="160338"/>
          </a:xfrm>
          <a:prstGeom prst="rect">
            <a:avLst/>
          </a:prstGeom>
          <a:solidFill>
            <a:srgbClr val="BEBEBE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86" name="矩形 1185">
            <a:extLst>
              <a:ext uri="{FF2B5EF4-FFF2-40B4-BE49-F238E27FC236}">
                <a16:creationId xmlns:a16="http://schemas.microsoft.com/office/drawing/2014/main" id="{FC5F0447-2C0B-5305-E6C8-9A1A91716F31}"/>
              </a:ext>
            </a:extLst>
          </p:cNvPr>
          <p:cNvSpPr/>
          <p:nvPr>
            <p:custDataLst>
              <p:tags r:id="rId61"/>
            </p:custDataLst>
          </p:nvPr>
        </p:nvSpPr>
        <p:spPr bwMode="auto">
          <a:xfrm>
            <a:off x="6964363" y="2274888"/>
            <a:ext cx="214313" cy="160338"/>
          </a:xfrm>
          <a:prstGeom prst="rect">
            <a:avLst/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30" name="Text Placeholder 2">
            <a:extLst>
              <a:ext uri="{FF2B5EF4-FFF2-40B4-BE49-F238E27FC236}">
                <a16:creationId xmlns:a16="http://schemas.microsoft.com/office/drawing/2014/main" id="{95E3A6BE-D977-5BF6-B852-86936EA0CEB2}"/>
              </a:ext>
            </a:extLst>
          </p:cNvPr>
          <p:cNvSpPr txBox="1">
            <a:spLocks/>
          </p:cNvSpPr>
          <p:nvPr>
            <p:custDataLst>
              <p:tags r:id="rId62"/>
            </p:custDataLst>
          </p:nvPr>
        </p:nvSpPr>
        <p:spPr bwMode="auto">
          <a:xfrm>
            <a:off x="7229475" y="1611313"/>
            <a:ext cx="6905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0D9BB816-E7CB-419C-9A8F-95B02F64BBD1}" type="datetime'''M''''a''rgi''''''''''n'' ''''''(%'''''')'''''''''''''''">
              <a:rPr lang="zh-CN" altLang="en-US" sz="1200" smtClean="0"/>
              <a:pPr/>
              <a:t>Margin (%)</a:t>
            </a:fld>
            <a:endParaRPr lang="zh-CN" altLang="en-US" sz="1200" dirty="0"/>
          </a:p>
        </p:txBody>
      </p:sp>
      <p:sp>
        <p:nvSpPr>
          <p:cNvPr id="1129" name="Text Placeholder 2">
            <a:extLst>
              <a:ext uri="{FF2B5EF4-FFF2-40B4-BE49-F238E27FC236}">
                <a16:creationId xmlns:a16="http://schemas.microsoft.com/office/drawing/2014/main" id="{493F69BB-86EF-1E89-3F91-4DAF18681CF0}"/>
              </a:ext>
            </a:extLst>
          </p:cNvPr>
          <p:cNvSpPr txBox="1">
            <a:spLocks/>
          </p:cNvSpPr>
          <p:nvPr>
            <p:custDataLst>
              <p:tags r:id="rId63"/>
            </p:custDataLst>
          </p:nvPr>
        </p:nvSpPr>
        <p:spPr bwMode="auto">
          <a:xfrm>
            <a:off x="7229475" y="1835150"/>
            <a:ext cx="677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52BD1DE2-73F7-4CB6-84C7-254720BD8105}" type="datetime'''''B''''''ea''''r'''' ''''C''''''a''''''se'''">
              <a:rPr lang="zh-CN" altLang="en-US" sz="1200" smtClean="0"/>
              <a:pPr/>
              <a:t>Bear Case</a:t>
            </a:fld>
            <a:endParaRPr lang="zh-CN" altLang="en-US" sz="1200" dirty="0"/>
          </a:p>
        </p:txBody>
      </p:sp>
      <p:sp>
        <p:nvSpPr>
          <p:cNvPr id="1128" name="Text Placeholder 2">
            <a:extLst>
              <a:ext uri="{FF2B5EF4-FFF2-40B4-BE49-F238E27FC236}">
                <a16:creationId xmlns:a16="http://schemas.microsoft.com/office/drawing/2014/main" id="{82E4F030-1059-F52A-F51F-7EA2C7577A93}"/>
              </a:ext>
            </a:extLst>
          </p:cNvPr>
          <p:cNvSpPr txBox="1">
            <a:spLocks/>
          </p:cNvSpPr>
          <p:nvPr>
            <p:custDataLst>
              <p:tags r:id="rId64"/>
            </p:custDataLst>
          </p:nvPr>
        </p:nvSpPr>
        <p:spPr bwMode="auto">
          <a:xfrm>
            <a:off x="7229475" y="2058988"/>
            <a:ext cx="701675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1F56B627-7410-4816-9FA4-65DC4BA3EBD2}" type="datetime'Ba''''''''''s''''''e'''''''''' C''''a''''''''s''''e'''''''''''">
              <a:rPr lang="zh-CN" altLang="en-US" sz="1200" smtClean="0"/>
              <a:pPr/>
              <a:t>Base Case</a:t>
            </a:fld>
            <a:endParaRPr lang="zh-CN" altLang="en-US" sz="1200" dirty="0"/>
          </a:p>
        </p:txBody>
      </p:sp>
      <p:sp>
        <p:nvSpPr>
          <p:cNvPr id="1183" name="Text Placeholder 2">
            <a:extLst>
              <a:ext uri="{FF2B5EF4-FFF2-40B4-BE49-F238E27FC236}">
                <a16:creationId xmlns:a16="http://schemas.microsoft.com/office/drawing/2014/main" id="{3EE7CC7A-05D4-7787-5184-C536F7992F8D}"/>
              </a:ext>
            </a:extLst>
          </p:cNvPr>
          <p:cNvSpPr txBox="1">
            <a:spLocks/>
          </p:cNvSpPr>
          <p:nvPr>
            <p:custDataLst>
              <p:tags r:id="rId65"/>
            </p:custDataLst>
          </p:nvPr>
        </p:nvSpPr>
        <p:spPr bwMode="auto">
          <a:xfrm>
            <a:off x="7229475" y="2282825"/>
            <a:ext cx="630238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none" lIns="0" tIns="0" rIns="0" bIns="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ct val="0"/>
              </a:spcBef>
              <a:spcAft>
                <a:spcPct val="0"/>
              </a:spcAft>
              <a:buNone/>
            </a:pPr>
            <a:fld id="{7778F534-7BE3-43F8-9A03-6445BA958406}" type="datetime'''''B''''u''''l''l'''''''''''''''' C''a''''''''''s''''e'''''">
              <a:rPr lang="zh-CN" altLang="en-US" sz="1200" smtClean="0"/>
              <a:pPr/>
              <a:t>Bull Case</a:t>
            </a:fld>
            <a:endParaRPr lang="zh-CN" altLang="en-US" sz="1200" dirty="0"/>
          </a:p>
        </p:txBody>
      </p:sp>
      <p:sp>
        <p:nvSpPr>
          <p:cNvPr id="1331" name="圆角矩形 1330">
            <a:extLst>
              <a:ext uri="{FF2B5EF4-FFF2-40B4-BE49-F238E27FC236}">
                <a16:creationId xmlns:a16="http://schemas.microsoft.com/office/drawing/2014/main" id="{8B8C1FB3-09F6-EFE2-EF3B-C5A98E4D644D}"/>
              </a:ext>
            </a:extLst>
          </p:cNvPr>
          <p:cNvSpPr/>
          <p:nvPr/>
        </p:nvSpPr>
        <p:spPr>
          <a:xfrm rot="16200000">
            <a:off x="5675790" y="5384483"/>
            <a:ext cx="1747054" cy="301454"/>
          </a:xfrm>
          <a:prstGeom prst="roundRect">
            <a:avLst>
              <a:gd name="adj" fmla="val 0"/>
            </a:avLst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/>
              <a:t>Risk Mitigation</a:t>
            </a:r>
            <a:endParaRPr kumimoji="1" lang="zh-CN" altLang="en-US" b="1" dirty="0"/>
          </a:p>
        </p:txBody>
      </p:sp>
      <p:sp>
        <p:nvSpPr>
          <p:cNvPr id="1332" name="矩形 1331">
            <a:extLst>
              <a:ext uri="{FF2B5EF4-FFF2-40B4-BE49-F238E27FC236}">
                <a16:creationId xmlns:a16="http://schemas.microsoft.com/office/drawing/2014/main" id="{7636E728-35D6-D721-A9C3-A64511BD139E}"/>
              </a:ext>
            </a:extLst>
          </p:cNvPr>
          <p:cNvSpPr/>
          <p:nvPr/>
        </p:nvSpPr>
        <p:spPr>
          <a:xfrm>
            <a:off x="6964363" y="4764088"/>
            <a:ext cx="2272234" cy="1644649"/>
          </a:xfrm>
          <a:prstGeom prst="rect">
            <a:avLst/>
          </a:prstGeom>
          <a:gradFill flip="none" rotWithShape="1">
            <a:gsLst>
              <a:gs pos="100000">
                <a:schemeClr val="bg2"/>
              </a:gs>
              <a:gs pos="38000">
                <a:schemeClr val="bg2">
                  <a:lumMod val="90000"/>
                </a:schemeClr>
              </a:gs>
              <a:gs pos="14000">
                <a:schemeClr val="bg2">
                  <a:lumMod val="50000"/>
                </a:schemeClr>
              </a:gs>
              <a:gs pos="0">
                <a:schemeClr val="tx2"/>
              </a:gs>
              <a:gs pos="100000">
                <a:schemeClr val="bg2">
                  <a:lumMod val="5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34" name="直线箭头连接符 1333">
            <a:extLst>
              <a:ext uri="{FF2B5EF4-FFF2-40B4-BE49-F238E27FC236}">
                <a16:creationId xmlns:a16="http://schemas.microsoft.com/office/drawing/2014/main" id="{B2DBE442-EF0B-F65E-D279-7E11CF2BB088}"/>
              </a:ext>
            </a:extLst>
          </p:cNvPr>
          <p:cNvCxnSpPr>
            <a:cxnSpLocks/>
            <a:stCxn id="1338" idx="1"/>
          </p:cNvCxnSpPr>
          <p:nvPr/>
        </p:nvCxnSpPr>
        <p:spPr>
          <a:xfrm flipH="1">
            <a:off x="6964363" y="4661683"/>
            <a:ext cx="70096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6" name="直线连接符 1335">
            <a:extLst>
              <a:ext uri="{FF2B5EF4-FFF2-40B4-BE49-F238E27FC236}">
                <a16:creationId xmlns:a16="http://schemas.microsoft.com/office/drawing/2014/main" id="{9A42569B-01EE-7103-39AE-C54C52EDC3DC}"/>
              </a:ext>
            </a:extLst>
          </p:cNvPr>
          <p:cNvCxnSpPr>
            <a:cxnSpLocks/>
            <a:endCxn id="1338" idx="3"/>
          </p:cNvCxnSpPr>
          <p:nvPr/>
        </p:nvCxnSpPr>
        <p:spPr>
          <a:xfrm flipH="1">
            <a:off x="8535631" y="4661683"/>
            <a:ext cx="7009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8" name="文本框 1337">
            <a:extLst>
              <a:ext uri="{FF2B5EF4-FFF2-40B4-BE49-F238E27FC236}">
                <a16:creationId xmlns:a16="http://schemas.microsoft.com/office/drawing/2014/main" id="{B2AC8687-402C-24BA-769D-485216EE28C4}"/>
              </a:ext>
            </a:extLst>
          </p:cNvPr>
          <p:cNvSpPr txBox="1"/>
          <p:nvPr/>
        </p:nvSpPr>
        <p:spPr>
          <a:xfrm>
            <a:off x="7665328" y="4523183"/>
            <a:ext cx="870303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/>
            <a:r>
              <a:rPr kumimoji="1" lang="en-US" altLang="zh-CN" sz="1200" dirty="0"/>
              <a:t>Likelihood</a:t>
            </a:r>
            <a:endParaRPr kumimoji="1" lang="zh-CN" altLang="en-US" sz="1200" dirty="0"/>
          </a:p>
        </p:txBody>
      </p:sp>
      <p:sp>
        <p:nvSpPr>
          <p:cNvPr id="1343" name="文本框 1342">
            <a:extLst>
              <a:ext uri="{FF2B5EF4-FFF2-40B4-BE49-F238E27FC236}">
                <a16:creationId xmlns:a16="http://schemas.microsoft.com/office/drawing/2014/main" id="{F285AF3C-20E3-DD98-70A6-622FCD372436}"/>
              </a:ext>
            </a:extLst>
          </p:cNvPr>
          <p:cNvSpPr txBox="1"/>
          <p:nvPr/>
        </p:nvSpPr>
        <p:spPr>
          <a:xfrm rot="16200000">
            <a:off x="6509710" y="5427275"/>
            <a:ext cx="708848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/>
            <a:r>
              <a:rPr kumimoji="1" lang="en-US" altLang="zh-CN" sz="1200" dirty="0"/>
              <a:t>Severity</a:t>
            </a:r>
            <a:endParaRPr kumimoji="1" lang="zh-CN" altLang="en-US" sz="1200" dirty="0"/>
          </a:p>
        </p:txBody>
      </p:sp>
      <p:cxnSp>
        <p:nvCxnSpPr>
          <p:cNvPr id="1345" name="直线箭头连接符 1344">
            <a:extLst>
              <a:ext uri="{FF2B5EF4-FFF2-40B4-BE49-F238E27FC236}">
                <a16:creationId xmlns:a16="http://schemas.microsoft.com/office/drawing/2014/main" id="{1FDEBDA2-7CD0-EEEB-DE03-BB1D0CA87056}"/>
              </a:ext>
            </a:extLst>
          </p:cNvPr>
          <p:cNvCxnSpPr>
            <a:cxnSpLocks/>
            <a:stCxn id="1343" idx="3"/>
          </p:cNvCxnSpPr>
          <p:nvPr/>
        </p:nvCxnSpPr>
        <p:spPr>
          <a:xfrm flipV="1">
            <a:off x="6864135" y="4764088"/>
            <a:ext cx="0" cy="4472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7" name="直线连接符 1346">
            <a:extLst>
              <a:ext uri="{FF2B5EF4-FFF2-40B4-BE49-F238E27FC236}">
                <a16:creationId xmlns:a16="http://schemas.microsoft.com/office/drawing/2014/main" id="{7D396F5B-74F1-0DCD-D5EF-5E29FD1A56DE}"/>
              </a:ext>
            </a:extLst>
          </p:cNvPr>
          <p:cNvCxnSpPr>
            <a:cxnSpLocks/>
            <a:stCxn id="1343" idx="1"/>
          </p:cNvCxnSpPr>
          <p:nvPr/>
        </p:nvCxnSpPr>
        <p:spPr>
          <a:xfrm>
            <a:off x="6864135" y="5920199"/>
            <a:ext cx="0" cy="488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3" name="椭圆 1352">
            <a:extLst>
              <a:ext uri="{FF2B5EF4-FFF2-40B4-BE49-F238E27FC236}">
                <a16:creationId xmlns:a16="http://schemas.microsoft.com/office/drawing/2014/main" id="{4E588DCC-D163-912D-F56F-5DB43B791F07}"/>
              </a:ext>
            </a:extLst>
          </p:cNvPr>
          <p:cNvSpPr/>
          <p:nvPr/>
        </p:nvSpPr>
        <p:spPr>
          <a:xfrm>
            <a:off x="7269444" y="4938415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1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4" name="椭圆 1353">
            <a:extLst>
              <a:ext uri="{FF2B5EF4-FFF2-40B4-BE49-F238E27FC236}">
                <a16:creationId xmlns:a16="http://schemas.microsoft.com/office/drawing/2014/main" id="{ADA23C7D-8A25-4EE1-F8BC-F79FB22A138F}"/>
              </a:ext>
            </a:extLst>
          </p:cNvPr>
          <p:cNvSpPr/>
          <p:nvPr/>
        </p:nvSpPr>
        <p:spPr>
          <a:xfrm>
            <a:off x="7603446" y="5345864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2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5" name="椭圆 1354">
            <a:extLst>
              <a:ext uri="{FF2B5EF4-FFF2-40B4-BE49-F238E27FC236}">
                <a16:creationId xmlns:a16="http://schemas.microsoft.com/office/drawing/2014/main" id="{BFC21443-D70E-5AB3-ACAE-D4BF7ADF7A3D}"/>
              </a:ext>
            </a:extLst>
          </p:cNvPr>
          <p:cNvSpPr/>
          <p:nvPr/>
        </p:nvSpPr>
        <p:spPr>
          <a:xfrm>
            <a:off x="7091900" y="6015575"/>
            <a:ext cx="275150" cy="27515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ysClr val="windowText" lastClr="000000"/>
                </a:solidFill>
              </a:rPr>
              <a:t>3</a:t>
            </a:r>
            <a:endParaRPr kumimoji="1" lang="zh-CN" altLang="en-US" sz="1200" b="1" dirty="0">
              <a:solidFill>
                <a:sysClr val="windowText" lastClr="000000"/>
              </a:solidFill>
            </a:endParaRPr>
          </a:p>
        </p:txBody>
      </p:sp>
      <p:sp>
        <p:nvSpPr>
          <p:cNvPr id="1356" name="圆角矩形 1355">
            <a:extLst>
              <a:ext uri="{FF2B5EF4-FFF2-40B4-BE49-F238E27FC236}">
                <a16:creationId xmlns:a16="http://schemas.microsoft.com/office/drawing/2014/main" id="{52B821E3-2A75-C4F6-9CEE-ACC8D7FB0638}"/>
              </a:ext>
            </a:extLst>
          </p:cNvPr>
          <p:cNvSpPr/>
          <p:nvPr/>
        </p:nvSpPr>
        <p:spPr>
          <a:xfrm>
            <a:off x="7637416" y="4961732"/>
            <a:ext cx="1400258" cy="23971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dirty="0">
                <a:solidFill>
                  <a:sysClr val="windowText" lastClr="000000"/>
                </a:solidFill>
              </a:rPr>
              <a:t>Chaos in System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7" name="圆角矩形 1356">
            <a:extLst>
              <a:ext uri="{FF2B5EF4-FFF2-40B4-BE49-F238E27FC236}">
                <a16:creationId xmlns:a16="http://schemas.microsoft.com/office/drawing/2014/main" id="{4705D79B-8865-6DD4-B38D-4A019490E33D}"/>
              </a:ext>
            </a:extLst>
          </p:cNvPr>
          <p:cNvSpPr/>
          <p:nvPr/>
        </p:nvSpPr>
        <p:spPr>
          <a:xfrm>
            <a:off x="7958964" y="5363665"/>
            <a:ext cx="1078710" cy="45293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>
                <a:solidFill>
                  <a:sysClr val="windowText" lastClr="000000"/>
                </a:solidFill>
              </a:rPr>
              <a:t>Dynamic Competition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8" name="圆角矩形 1357">
            <a:extLst>
              <a:ext uri="{FF2B5EF4-FFF2-40B4-BE49-F238E27FC236}">
                <a16:creationId xmlns:a16="http://schemas.microsoft.com/office/drawing/2014/main" id="{F4C57DF2-6833-A88E-C40F-BF36E1FE2258}"/>
              </a:ext>
            </a:extLst>
          </p:cNvPr>
          <p:cNvSpPr/>
          <p:nvPr/>
        </p:nvSpPr>
        <p:spPr>
          <a:xfrm>
            <a:off x="7445503" y="6017903"/>
            <a:ext cx="1207338" cy="25113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>
                <a:solidFill>
                  <a:sysClr val="windowText" lastClr="000000"/>
                </a:solidFill>
              </a:rPr>
              <a:t>DT/CR Outflow</a:t>
            </a:r>
            <a:endParaRPr kumimoji="1" lang="zh-CN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359" name="矩形 1358">
            <a:extLst>
              <a:ext uri="{FF2B5EF4-FFF2-40B4-BE49-F238E27FC236}">
                <a16:creationId xmlns:a16="http://schemas.microsoft.com/office/drawing/2014/main" id="{511437D2-A0A6-2D55-38EF-B1A3B0A0F387}"/>
              </a:ext>
            </a:extLst>
          </p:cNvPr>
          <p:cNvSpPr/>
          <p:nvPr/>
        </p:nvSpPr>
        <p:spPr>
          <a:xfrm>
            <a:off x="9447508" y="4661683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Customized management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Flexible data mid-office</a:t>
            </a:r>
          </a:p>
        </p:txBody>
      </p:sp>
      <p:sp>
        <p:nvSpPr>
          <p:cNvPr id="1360" name="圆角矩形 1359">
            <a:extLst>
              <a:ext uri="{FF2B5EF4-FFF2-40B4-BE49-F238E27FC236}">
                <a16:creationId xmlns:a16="http://schemas.microsoft.com/office/drawing/2014/main" id="{B79E0267-F1F6-AF7E-5C4B-160AE2382C58}"/>
              </a:ext>
            </a:extLst>
          </p:cNvPr>
          <p:cNvSpPr/>
          <p:nvPr/>
        </p:nvSpPr>
        <p:spPr>
          <a:xfrm>
            <a:off x="9371542" y="4802491"/>
            <a:ext cx="130764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1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361" name="矩形 1360">
            <a:extLst>
              <a:ext uri="{FF2B5EF4-FFF2-40B4-BE49-F238E27FC236}">
                <a16:creationId xmlns:a16="http://schemas.microsoft.com/office/drawing/2014/main" id="{3A38307C-B8EB-7D42-201E-45C6BD43DCBB}"/>
              </a:ext>
            </a:extLst>
          </p:cNvPr>
          <p:cNvSpPr/>
          <p:nvPr/>
        </p:nvSpPr>
        <p:spPr>
          <a:xfrm>
            <a:off x="9447508" y="5280451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Response in time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Manage strategy timely</a:t>
            </a:r>
          </a:p>
        </p:txBody>
      </p:sp>
      <p:sp>
        <p:nvSpPr>
          <p:cNvPr id="1364" name="圆角矩形 1363">
            <a:extLst>
              <a:ext uri="{FF2B5EF4-FFF2-40B4-BE49-F238E27FC236}">
                <a16:creationId xmlns:a16="http://schemas.microsoft.com/office/drawing/2014/main" id="{3EE3000F-FFCB-1AA2-7199-A0542D6132D9}"/>
              </a:ext>
            </a:extLst>
          </p:cNvPr>
          <p:cNvSpPr/>
          <p:nvPr/>
        </p:nvSpPr>
        <p:spPr>
          <a:xfrm>
            <a:off x="9371542" y="5421259"/>
            <a:ext cx="167569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2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367" name="矩形 1366">
            <a:extLst>
              <a:ext uri="{FF2B5EF4-FFF2-40B4-BE49-F238E27FC236}">
                <a16:creationId xmlns:a16="http://schemas.microsoft.com/office/drawing/2014/main" id="{C909004E-BE25-7D12-2580-20193A20D94B}"/>
              </a:ext>
            </a:extLst>
          </p:cNvPr>
          <p:cNvSpPr/>
          <p:nvPr/>
        </p:nvSpPr>
        <p:spPr>
          <a:xfrm>
            <a:off x="9447508" y="5899218"/>
            <a:ext cx="2398416" cy="50323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400" b="1" dirty="0">
                <a:solidFill>
                  <a:schemeClr val="tx1"/>
                </a:solidFill>
              </a:rPr>
              <a:t>Response in time</a:t>
            </a:r>
          </a:p>
          <a:p>
            <a:pPr algn="ctr"/>
            <a:r>
              <a:rPr kumimoji="1" lang="en-US" altLang="zh-CN" sz="1200" dirty="0">
                <a:solidFill>
                  <a:schemeClr val="tx1"/>
                </a:solidFill>
              </a:rPr>
              <a:t>Manage strategy timely</a:t>
            </a:r>
          </a:p>
        </p:txBody>
      </p:sp>
      <p:sp>
        <p:nvSpPr>
          <p:cNvPr id="1368" name="圆角矩形 1367">
            <a:extLst>
              <a:ext uri="{FF2B5EF4-FFF2-40B4-BE49-F238E27FC236}">
                <a16:creationId xmlns:a16="http://schemas.microsoft.com/office/drawing/2014/main" id="{633FA4FC-9AF8-6CF7-36A5-D0732018E661}"/>
              </a:ext>
            </a:extLst>
          </p:cNvPr>
          <p:cNvSpPr/>
          <p:nvPr/>
        </p:nvSpPr>
        <p:spPr>
          <a:xfrm>
            <a:off x="9371542" y="6040026"/>
            <a:ext cx="167569" cy="22162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1"/>
                </a:solidFill>
              </a:rPr>
              <a:t>3</a:t>
            </a:r>
            <a:endParaRPr kumimoji="1"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1369" name="图形 1368">
            <a:extLst>
              <a:ext uri="{FF2B5EF4-FFF2-40B4-BE49-F238E27FC236}">
                <a16:creationId xmlns:a16="http://schemas.microsoft.com/office/drawing/2014/main" id="{CEDCAAA0-B0F7-7CBD-C5B5-9FDB2D7222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1370" name="文本框 1369">
            <a:extLst>
              <a:ext uri="{FF2B5EF4-FFF2-40B4-BE49-F238E27FC236}">
                <a16:creationId xmlns:a16="http://schemas.microsoft.com/office/drawing/2014/main" id="{1CA882A8-5685-AEF0-B8B2-E22604515E16}"/>
              </a:ext>
            </a:extLst>
          </p:cNvPr>
          <p:cNvSpPr txBox="1"/>
          <p:nvPr/>
        </p:nvSpPr>
        <p:spPr>
          <a:xfrm>
            <a:off x="297118" y="6510854"/>
            <a:ext cx="6835202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interviews, literature review, analysis (Aptos, Regular, 12pt)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71" name="文本框 1370">
            <a:extLst>
              <a:ext uri="{FF2B5EF4-FFF2-40B4-BE49-F238E27FC236}">
                <a16:creationId xmlns:a16="http://schemas.microsoft.com/office/drawing/2014/main" id="{0563A876-1148-BFE5-DB87-67AC62477C08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65694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645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#m/%#d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Lvo7PazXxwcD5GmOP1nb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0FW_va96NgkwJOo2KOfr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hdcELBkzkGzyljpE7oVQ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aEzuef6gJgVHwByJ.jww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YrQar9L.VPwt5YWTdvte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CcEMGm58ormjCFatbMXlw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5_acU_9Kia.8S3t7_gKP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F3ea_W4l_MCzTTPXhPeE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ShDa6YCoVqHTNbGyzm2e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f_E0wDB0cxcnwtyXrSm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gqE8T4bXdOC8d_EC_W7O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5DxNU16cOswY3mCJ.ZXR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912nKwlhHasQbqSOuNqR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TSML.OkS3jQw_f_f_LCj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3nMZgirjcpd40g.JYNNaA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Anz4D9dQGWJ6oMyDWszyw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5p_2fG_Fk2Ob71jNMm.4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k_kVCO_1AHwz4Eeu8aBw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FL522AEIZMKgL2LrkgVDg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h_AJq.B7KwKCRYfLGcY7Q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rj3zFwb.hU8qtGtkckrv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1ZwC7NLjdmqY9iQ_jOK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l0O9aToG9EGi7iRFyYOCA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IXdMCmSCLZFnTwJS9CYWA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jrIWzRFykdohYOxMfIddw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jOxYTsViIcw8DTSR3vj6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3ZfwdB.xRP_zGTKnlfTA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SJ2DP0T12k36GmJ7gyp5Q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4LcbCtaN_nCQHVEG1jR4g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ivveJAjvY9YCm4aXGKkQ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tXrh8F4m448zuEM4LaTh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duQFqmVpNze5xQ1uRymUw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e5P0cH140.IzvcuokzhF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BiHltvidIJRl89Cf7kAZw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yCxsFez0eAGBrqFHPQJo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5j0iszeo0AMDc_NlliNV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C4ZYDfEOKuS8eNrgLAlvg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LSES56ZlumRs1Un44YBA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iDs2HfoJgFYyfs9.MZUX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XYQ5dnAkTev_ToJGl9tw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c5S9HIPCdqDoOuZvrYIC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ocpfZEZ1HoHlIxQ66QqXw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Zga0IsINFBCi_UloBDVA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tkG_KAJasypTpwR7hQRA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ksNKAKiy7e_cwh6bdcT4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U0uFPf_7HR8po6aC.0QQ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SprBOMm9kbLfwKr8Gno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YtND36BmlXmIN.V8S2Gp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heG2fR1P1xBiOMrvchTcg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dECJ56ErwlItNBUpb4isg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QtiK0AzNJp5reUdqHDVrw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zwnd8LHUWpYXMReJS5K7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bAjYGmz69b17ZdPX_TBO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V1zdTTSNHvJ2byhnIa6iw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_cQeg.gIRLTwbB0FXfg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5emJAImwDR_3A9DpQUq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iDP5Mftthg_jofMcxaCuA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TArxK35bt_RMCCTGWfG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tc0KSp84dj_RmcO6AO9T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jGTMhsnhfXLZtqK0zbR.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qcQLouoFLUvUmgAdlZ0T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h5OeTXuqiFZxLZ2IInFH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pMukGpCA.F4kSGZdY2Cfw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aRZ7NkM92qkea3iOsgsYw"/>
</p:tagLst>
</file>

<file path=ppt/theme/theme1.xml><?xml version="1.0" encoding="utf-8"?>
<a:theme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1DE601F-B7A8-924F-B134-54C42D7F4152}">
  <we:reference id="wa200005566" version="3.0.0.2" store="zh-CN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944C907-A97A-BB44-B28C-C528CE1366E1}">
  <we:reference id="wa104381909" version="3.14.0.0" store="en-US" storeType="OMEX"/>
  <we:alternateReferences>
    <we:reference id="WA104381909" version="3.14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978</TotalTime>
  <Words>917</Words>
  <Application>Microsoft Macintosh PowerPoint</Application>
  <PresentationFormat>宽屏</PresentationFormat>
  <Paragraphs>207</Paragraphs>
  <Slides>5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等线</vt:lpstr>
      <vt:lpstr>Aptos</vt:lpstr>
      <vt:lpstr>Aptos Display</vt:lpstr>
      <vt:lpstr>Aptos Narrow</vt:lpstr>
      <vt:lpstr>Arial</vt:lpstr>
      <vt:lpstr>Office 主题​​</vt:lpstr>
      <vt:lpstr>think-cell 幻灯片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Alex Tse</cp:lastModifiedBy>
  <cp:revision>6</cp:revision>
  <dcterms:created xsi:type="dcterms:W3CDTF">2026-04-22T14:08:10Z</dcterms:created>
  <dcterms:modified xsi:type="dcterms:W3CDTF">2026-04-23T18:57:26Z</dcterms:modified>
</cp:coreProperties>
</file>