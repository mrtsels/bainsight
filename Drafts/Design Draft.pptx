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82"/>
  </p:normalViewPr>
  <p:slideViewPr>
    <p:cSldViewPr snapToGrid="0">
      <p:cViewPr>
        <p:scale>
          <a:sx n="95" d="100"/>
          <a:sy n="95" d="100"/>
        </p:scale>
        <p:origin x="200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Wednesday, April 22,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Exclusive Summary: grow Fruit Co. by store expansion with supply chain optimization, product diversification, and purchasing experience management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Retrofit merchant projects to stabilize cash flows while expanding EE’s global BESS network in high-return markets. Convert German standalone tolling projects to boost equity growth. Optimized portfolio equity allocations were achieved using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</a:t>
            </a: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153443" y="2759531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153443" y="2759531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398837" y="2587180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398837" y="2887389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Use short development cycles to adapt swiftly to rapidly evolving battery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Reduce costs with 30% of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Close the value gap between high-output and low-revenue markets through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2856038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call, lit research, analysis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6" y="4332458"/>
            <a:ext cx="1435188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Genki Forest is suggested to raise ex-factory price by CN¥0.25–0.30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Terminal price could raise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Potential risk and mitigation exist in implementation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Original customer base has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Close the value gap between high-output and low-revenue markets through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307</TotalTime>
  <Words>193</Words>
  <Application>Microsoft Macintosh PowerPoint</Application>
  <PresentationFormat>宽屏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Alex Tse</cp:lastModifiedBy>
  <cp:revision>1</cp:revision>
  <dcterms:created xsi:type="dcterms:W3CDTF">2026-04-22T14:08:10Z</dcterms:created>
  <dcterms:modified xsi:type="dcterms:W3CDTF">2026-04-22T19:15:37Z</dcterms:modified>
</cp:coreProperties>
</file>